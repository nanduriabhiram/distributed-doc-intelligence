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web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Program: Compiled code stored in disk that is ready to execute.</a:t>
            </a:r>
          </a:p>
          <a:p>
            <a:r>
              <a:t>Process: Program that is currently under execution in RAM.</a:t>
            </a:r>
          </a:p>
          <a:p>
            <a:r>
              <a:t>Operating System converts a program into a process before execution.</a:t>
            </a:r>
          </a:p>
          <a:p>
            <a:r>
              <a:t>Processes allow multitasking in modern operating systems.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in Process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t>1. Load the program and its static data into main memory.</a:t>
            </a:r>
          </a:p>
          <a:p>
            <a:pPr marL="0" indent="0">
              <a:buNone/>
            </a:pPr>
            <a:r>
              <a:t>2. Allocate runtime stack for function calls and local variables.</a:t>
            </a:r>
          </a:p>
          <a:p>
            <a:pPr marL="0" indent="0">
              <a:buNone/>
            </a:pPr>
            <a:r>
              <a:t>3. Allocate heap memory for dynamic memory allocation.</a:t>
            </a:r>
          </a:p>
          <a:p>
            <a:pPr marL="0" indent="0">
              <a:buNone/>
            </a:pPr>
            <a:r>
              <a:t>4. Initialize I/O resources if needed.</a:t>
            </a:r>
          </a:p>
          <a:p>
            <a:pPr marL="0" indent="0">
              <a:buNone/>
            </a:pPr>
            <a:r>
              <a:t>5. OS hands control to the program's main()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Control Block (PCB)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PCB is a data structure used by the OS to store information about each process.</a:t>
            </a:r>
          </a:p>
          <a:p>
            <a:r>
              <a:t>Each process in the system has its own PCB entry in the process table.</a:t>
            </a:r>
          </a:p>
          <a:p>
            <a:r>
              <a:t>It stores important information like Process ID, state, program counter, registers and priority.</a:t>
            </a:r>
          </a:p>
          <a:p>
            <a:r>
              <a:t>PCB helps the OS manage and track all running processes.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Life Cycle</a:t>
            </a:r>
          </a:p>
        </p:txBody>
      </p:sp>
      <p:pic>
        <p:nvPicPr>
          <p:cNvPr id="13" name="Pictur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1955800" y="1974215"/>
            <a:ext cx="8280400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t>New – Process is being created by the operating system.</a:t>
            </a:r>
          </a:p>
          <a:p>
            <a:r>
              <a:t>Ready – Process is in memory waiting for CPU allocation.</a:t>
            </a:r>
          </a:p>
          <a:p>
            <a:r>
              <a:t>Running – CPU is executing instructions of the process.</a:t>
            </a:r>
          </a:p>
          <a:p>
            <a:r>
              <a:t>Waiting – Process is waiting for I/O or event completion.</a:t>
            </a:r>
          </a:p>
          <a:p>
            <a:r>
              <a:t>Terminated – Process execution is finished and removed from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Queues in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 Queue – Contains processes in 'new' state stored in secondary memory.</a:t>
            </a:r>
          </a:p>
          <a:p>
            <a:r>
              <a:t>Ready Queue – Processes waiting in RAM to get CPU time.</a:t>
            </a:r>
          </a:p>
          <a:p>
            <a:r>
              <a:t>Waiting Queue – Processes waiting for I/O operations to complete.</a:t>
            </a:r>
          </a:p>
          <a:p>
            <a:r>
              <a:t>CPU Scheduler selects processes from ready queue for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Swapping in Operating System</a:t>
            </a:r>
          </a:p>
        </p:txBody>
      </p:sp>
      <p:pic>
        <p:nvPicPr>
          <p:cNvPr id="7" name="Picture 6"/>
          <p:cNvPicPr/>
          <p:nvPr/>
        </p:nvPicPr>
        <p:blipFill>
          <a:blip r:embed="rId1"/>
          <a:stretch>
            <a:fillRect/>
          </a:stretch>
        </p:blipFill>
        <p:spPr>
          <a:xfrm>
            <a:off x="2762250" y="1510983"/>
            <a:ext cx="6286500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switching occurs when CPU switches from one process to another.</a:t>
            </a:r>
          </a:p>
          <a:p>
            <a:r>
              <a:t>OS saves the current process state in its PCB.</a:t>
            </a:r>
          </a:p>
          <a:p>
            <a:r>
              <a:t>Next process state is restored from its PCB.</a:t>
            </a:r>
          </a:p>
          <a:p>
            <a:r>
              <a:t>This operation introduces overhead but allows multitasking.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Orphan Process vs Zombie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Orphan Process – A process whose parent has terminated but it is still running.</a:t>
            </a:r>
          </a:p>
          <a:p>
            <a:r>
              <a:t>These processes are adopted by the init process.</a:t>
            </a:r>
          </a:p>
          <a:p>
            <a:r>
              <a:t>Zombie Process – Process that has finished execution but still has an entry in the process table.</a:t>
            </a:r>
          </a:p>
          <a:p>
            <a:r>
              <a:t>Occurs because parent process has not yet read the exit status of the child.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2084</Words>
  <Application>WPS Sheets</Application>
  <PresentationFormat>On-screen Show (4:3)</PresentationFormat>
  <Paragraphs>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Office Theme</vt:lpstr>
      <vt:lpstr>Introduction to Process</vt:lpstr>
      <vt:lpstr>Steps in Process Creation</vt:lpstr>
      <vt:lpstr>Process Control Block (PCB)</vt:lpstr>
      <vt:lpstr>Process Life Cycle</vt:lpstr>
      <vt:lpstr>Process States</vt:lpstr>
      <vt:lpstr>Process Queues in OS</vt:lpstr>
      <vt:lpstr>Swapping in Operating System</vt:lpstr>
      <vt:lpstr>Context Switching</vt:lpstr>
      <vt:lpstr>Orphan Process vs Zombie Process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surajsingh</cp:lastModifiedBy>
  <cp:revision>2</cp:revision>
  <dcterms:created xsi:type="dcterms:W3CDTF">2026-03-09T09:55:14Z</dcterms:created>
  <dcterms:modified xsi:type="dcterms:W3CDTF">2026-03-09T09:55:14Z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B644CAFD33ECDE220299AE6996C715A2_42</vt:lpwstr>
  </property>
  <property fmtid="{D5CDD505-2E9C-101B-9397-08002B2CF9AE}" pid="3" name="KSOProductBuildVer">
    <vt:lpwstr>1033-12.1.23155.23155</vt:lpwstr>
  </property>
</Properties>
</file>