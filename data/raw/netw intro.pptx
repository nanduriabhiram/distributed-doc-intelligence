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presProps" Target="presProps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1" Type="http://schemas.openxmlformats.org/officeDocument/2006/relationships/tableStyles" Target="tableStyles.xml"/><Relationship Id="rId100" Type="http://schemas.openxmlformats.org/officeDocument/2006/relationships/viewProps" Target="view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1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2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3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5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6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7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8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9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0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1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2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3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4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5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6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7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8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9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0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2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3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4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6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7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8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9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0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1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2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3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4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5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6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7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8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9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0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1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2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3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4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5.jpe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96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0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divya</cp:lastModifiedBy>
  <cp:revision>2</cp:revision>
  <dcterms:created xsi:type="dcterms:W3CDTF">2013-01-27T09:14:00Z</dcterms:created>
  <dcterms:modified xsi:type="dcterms:W3CDTF">2025-09-03T14:31:59Z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1708E8788F0E43299558A621C944C048_12</vt:lpwstr>
  </property>
  <property fmtid="{D5CDD505-2E9C-101B-9397-08002B2CF9AE}" pid="3" name="KSOProductBuildVer">
    <vt:lpwstr>1033-12.2.0.21931</vt:lpwstr>
  </property>
</Properties>
</file>