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Program, Process and Thread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Program: Executable file containing instructions to perform a task.</a:t>
            </a:r>
          </a:p>
          <a:p>
            <a:r>
              <a:t>Compiled code stored on disk.</a:t>
            </a:r>
          </a:p>
          <a:p>
            <a:r>
              <a:t>Process: Program that is currently under execution (in RAM).</a:t>
            </a:r>
          </a:p>
          <a:p>
            <a:r>
              <a:t>Thread: Smallest unit of execution within a process.</a:t>
            </a:r>
          </a:p>
          <a:p>
            <a:r>
              <a:t>Multiple threads can run concurrently inside one process.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Thread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Thread is a lightweight process.</a:t>
            </a:r>
          </a:p>
          <a:p>
            <a:r>
              <a:t>Represents a single sequence of execution.</a:t>
            </a:r>
          </a:p>
          <a:p>
            <a:r>
              <a:t>Threads share memory and resources of the parent process.</a:t>
            </a:r>
          </a:p>
          <a:p>
            <a:r>
              <a:t>Used to achieve parallelism inside applications.</a:t>
            </a:r>
          </a:p>
          <a:p>
            <a:r>
              <a:t>Example: Browser tabs, text editor spell-checking and formatting.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Multitasking vs Multithreading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5315" y="1548765"/>
          <a:ext cx="10968990" cy="4584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6330"/>
                <a:gridCol w="3656330"/>
                <a:gridCol w="3656330"/>
              </a:tblGrid>
              <a:tr h="794385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Multitasking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Multithreading</a:t>
                      </a:r>
                    </a:p>
                  </a:txBody>
                  <a:tcPr/>
                </a:tc>
              </a:tr>
              <a:tr h="1090930">
                <a:tc>
                  <a:txBody>
                    <a:bodyPr/>
                    <a:lstStyle/>
                    <a:p>
                      <a:r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Execution of more than one process simultaneously.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Process divided into smaller threads running concurrently.</a:t>
                      </a:r>
                    </a:p>
                  </a:txBody>
                  <a:tcPr/>
                </a:tc>
              </a:tr>
              <a:tr h="814070">
                <a:tc>
                  <a:txBody>
                    <a:bodyPr/>
                    <a:lstStyle/>
                    <a:p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Multiple processes context switched by OS.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Multiple threads inside the same process.</a:t>
                      </a:r>
                    </a:p>
                  </a:txBody>
                  <a:tcPr/>
                </a:tc>
              </a:tr>
              <a:tr h="793115">
                <a:tc>
                  <a:txBody>
                    <a:bodyPr/>
                    <a:lstStyle/>
                    <a:p>
                      <a:r>
                        <a:t>CPU 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Works with single CPU.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Better with multiple CPUs.</a:t>
                      </a:r>
                    </a:p>
                  </a:txBody>
                  <a:tcPr/>
                </a:tc>
              </a:tr>
              <a:tr h="1092200">
                <a:tc>
                  <a:txBody>
                    <a:bodyPr/>
                    <a:lstStyle/>
                    <a:p>
                      <a:r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Each process has separate memory and resources.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Threads share memory and resources of same process.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Thread Context Switching vs Process Context Switching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0550" y="1645920"/>
          <a:ext cx="10991850" cy="4371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3950"/>
                <a:gridCol w="3663950"/>
                <a:gridCol w="3663950"/>
              </a:tblGrid>
              <a:tr h="1092835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Thread Context Switching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Process Context Switching</a:t>
                      </a:r>
                    </a:p>
                  </a:txBody>
                  <a:tcPr/>
                </a:tc>
              </a:tr>
              <a:tr h="1092835">
                <a:tc>
                  <a:txBody>
                    <a:bodyPr/>
                    <a:lstStyle/>
                    <a:p>
                      <a:r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Switch between threads of the same process.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Switch between different processes.</a:t>
                      </a:r>
                    </a:p>
                  </a:txBody>
                  <a:tcPr/>
                </a:tc>
              </a:tr>
              <a:tr h="1092835">
                <a:tc>
                  <a:txBody>
                    <a:bodyPr/>
                    <a:lstStyle/>
                    <a:p>
                      <a:r>
                        <a:t>Memory Address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change in memory address space.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Memory address space changes.</a:t>
                      </a:r>
                    </a:p>
                  </a:txBody>
                  <a:tcPr/>
                </a:tc>
              </a:tr>
              <a:tr h="1092835">
                <a:tc>
                  <a:txBody>
                    <a:bodyPr/>
                    <a:lstStyle/>
                    <a:p>
                      <a:r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Faster switching.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Slower switching.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Components of Operating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Kernel</a:t>
            </a:r>
            <a:r>
              <a:t> – Core part of OS interacting directly with hardware.</a:t>
            </a:r>
          </a:p>
          <a:p>
            <a:r>
              <a:t>First part of OS loaded during system startup.</a:t>
            </a:r>
          </a:p>
          <a:p>
            <a:pPr marL="0" indent="0">
              <a:buNone/>
            </a:pPr>
          </a:p>
          <a:p>
            <a:pPr marL="0" indent="0">
              <a:buNone/>
            </a:pPr>
            <a:r>
              <a:rPr b="1"/>
              <a:t>User Space</a:t>
            </a:r>
            <a:r>
              <a:t> – Area where application programs run.</a:t>
            </a:r>
          </a:p>
          <a:p>
            <a:r>
              <a:t>Applications interact with kernel for hardware access.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Functions of Kernel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 management – scheduling, creation and deletion of processes.</a:t>
            </a:r>
          </a:p>
          <a:p>
            <a:r>
              <a:t>Memory management – allocation and deallocation of memory.</a:t>
            </a:r>
          </a:p>
          <a:p>
            <a:r>
              <a:t>File management – creating, deleting and organizing files.</a:t>
            </a:r>
          </a:p>
          <a:p>
            <a:r>
              <a:t>I/O management – controlling devices and handling buffering and caching.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Kernels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Monolithic Kernel – All OS services inside kernel space.</a:t>
            </a:r>
          </a:p>
          <a:p>
            <a:r>
              <a:t>Microkernel – Only essential services inside kernel.</a:t>
            </a:r>
          </a:p>
          <a:p>
            <a:r>
              <a:t>Hybrid Kernel – Combination of monolithic and microkernel.</a:t>
            </a:r>
          </a:p>
          <a:p>
            <a:r>
              <a:t>Examples: Linux (monolithic), MINIX (microkernel), Windows/MacOS (hybrid).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2085</Words>
  <Application>WPS Sheets</Application>
  <PresentationFormat>On-screen Show (4:3)</PresentationFormat>
  <Paragraphs>96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Office Theme</vt:lpstr>
      <vt:lpstr>Program, Process and Thread</vt:lpstr>
      <vt:lpstr>Thread Characteristics</vt:lpstr>
      <vt:lpstr>Multitasking vs Multithreading</vt:lpstr>
      <vt:lpstr>Thread Context Switching vs Process Context Switching</vt:lpstr>
      <vt:lpstr>Components of Operating System</vt:lpstr>
      <vt:lpstr>Functions of Kernel</vt:lpstr>
      <vt:lpstr>Types of Kernels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surajsingh</cp:lastModifiedBy>
  <cp:revision>2</cp:revision>
  <dcterms:created xsi:type="dcterms:W3CDTF">2026-03-09T09:35:07Z</dcterms:created>
  <dcterms:modified xsi:type="dcterms:W3CDTF">2026-03-09T09:35:07Z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68F270C20EC1692C4B94AE696A634DFE_42</vt:lpwstr>
  </property>
  <property fmtid="{D5CDD505-2E9C-101B-9397-08002B2CF9AE}" pid="3" name="KSOProductBuildVer">
    <vt:lpwstr>1033-12.1.23155.23155</vt:lpwstr>
  </property>
</Properties>
</file>