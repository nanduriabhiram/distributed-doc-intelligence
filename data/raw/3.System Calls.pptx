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System calls are the interface between user programs and the operating system kernel.</a:t>
            </a:r>
          </a:p>
          <a:p>
            <a:r>
              <a:t>Applications cannot directly access hardware resources.</a:t>
            </a:r>
          </a:p>
          <a:p>
            <a:r>
              <a:t>They request services from the OS using system calls.</a:t>
            </a:r>
          </a:p>
          <a:p>
            <a:r>
              <a:t>Example: Creating files, processes, and performing I/O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Applications Interact with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run in User Space.</a:t>
            </a:r>
          </a:p>
          <a:p>
            <a:r>
              <a:t>Kernel runs in Kernel Space with full hardware privileges.</a:t>
            </a:r>
          </a:p>
          <a:p>
            <a:r>
              <a:t>User programs invoke system calls to request services.</a:t>
            </a:r>
          </a:p>
          <a:p>
            <a:r>
              <a:t>Transition from User Mode to Kernel Mode happens via software interrupt.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Space vs Kernel Space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97890" y="1570990"/>
            <a:ext cx="101600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System Calls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8330" y="1696085"/>
          <a:ext cx="10972800" cy="4436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0993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758190">
                <a:tc>
                  <a:txBody>
                    <a:bodyPr/>
                    <a:lstStyle/>
                    <a:p>
                      <a:r>
                        <a:t>Process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 process, terminate process, wait, exit</a:t>
                      </a:r>
                    </a:p>
                  </a:txBody>
                  <a:tcPr/>
                </a:tc>
              </a:tr>
              <a:tr h="709930">
                <a:tc>
                  <a:txBody>
                    <a:bodyPr/>
                    <a:lstStyle/>
                    <a:p>
                      <a:r>
                        <a:t>File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 file, open, read, write, close</a:t>
                      </a:r>
                    </a:p>
                  </a:txBody>
                  <a:tcPr/>
                </a:tc>
              </a:tr>
              <a:tr h="837565">
                <a:tc>
                  <a:txBody>
                    <a:bodyPr/>
                    <a:lstStyle/>
                    <a:p>
                      <a:r>
                        <a:t>Device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device, release device, read/write device</a:t>
                      </a:r>
                    </a:p>
                  </a:txBody>
                  <a:tcPr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t>Information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get time/date, get system data</a:t>
                      </a:r>
                    </a:p>
                  </a:txBody>
                  <a:tcPr/>
                </a:tc>
              </a:tr>
              <a:tr h="709930">
                <a:tc>
                  <a:txBody>
                    <a:bodyPr/>
                    <a:lstStyle/>
                    <a:p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send messages, receive messages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Examples: Windows vs </a:t>
            </a:r>
            <a:r>
              <a:rPr lang="en-US"/>
              <a:t>Linux</a:t>
            </a:r>
            <a:r>
              <a:t> System Calls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41045" y="1684020"/>
          <a:ext cx="10662285" cy="445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4095"/>
                <a:gridCol w="3554095"/>
                <a:gridCol w="3554095"/>
              </a:tblGrid>
              <a:tr h="1113155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</a:t>
                      </a:r>
                      <a:r>
                        <a:t>n</a:t>
                      </a:r>
                      <a:r>
                        <a:rPr lang="en-US"/>
                        <a:t>ux</a:t>
                      </a:r>
                      <a:endParaRPr lang="en-US"/>
                    </a:p>
                  </a:txBody>
                  <a:tcPr/>
                </a:tc>
              </a:tr>
              <a:tr h="1113155">
                <a:tc>
                  <a:txBody>
                    <a:bodyPr/>
                    <a:lstStyle/>
                    <a:p>
                      <a:r>
                        <a:t>Process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CreateProcess()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fork(), wait()</a:t>
                      </a:r>
                    </a:p>
                  </a:txBody>
                  <a:tcPr/>
                </a:tc>
              </a:tr>
              <a:tr h="1113155">
                <a:tc>
                  <a:txBody>
                    <a:bodyPr/>
                    <a:lstStyle/>
                    <a:p>
                      <a:r>
                        <a:t>File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CreateFile(), ReadFile()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open(), read(), write()</a:t>
                      </a:r>
                    </a:p>
                  </a:txBody>
                  <a:tcPr/>
                </a:tc>
              </a:tr>
              <a:tr h="1113155">
                <a:tc>
                  <a:txBody>
                    <a:bodyPr/>
                    <a:lstStyle/>
                    <a:p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CreatePipe()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pipe(), shmget()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WPS Sheets</Application>
  <PresentationFormat>On-screen Show (4:3)</PresentationFormat>
  <Paragraphs>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Office Theme</vt:lpstr>
      <vt:lpstr>System Calls</vt:lpstr>
      <vt:lpstr>How Applications Interact with Kernel</vt:lpstr>
      <vt:lpstr>User Space vs Kernel Space</vt:lpstr>
      <vt:lpstr>Types of System Calls</vt:lpstr>
      <vt:lpstr>Examples: Windows vs Unix System Calls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surajsingh</cp:lastModifiedBy>
  <cp:revision>2</cp:revision>
  <dcterms:created xsi:type="dcterms:W3CDTF">2026-03-09T09:35:04Z</dcterms:created>
  <dcterms:modified xsi:type="dcterms:W3CDTF">2026-03-09T09:35:04Z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558E2ED212F5A6FC4894AE69B3F2CB65_42</vt:lpwstr>
  </property>
  <property fmtid="{D5CDD505-2E9C-101B-9397-08002B2CF9AE}" pid="3" name="KSOProductBuildVer">
    <vt:lpwstr>1033-12.1.23155.23155</vt:lpwstr>
  </property>
</Properties>
</file>