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Happens When You Turn On Your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CPU initializes and looks for firmware (BIOS/UEFI).</a:t>
            </a:r>
          </a:p>
          <a:p>
            <a:r>
              <a:t>BIOS performs POST (Power-On Self Test).</a:t>
            </a:r>
          </a:p>
          <a:p>
            <a:r>
              <a:t>Hardware components like RAM and devices are checked.</a:t>
            </a:r>
          </a:p>
          <a:p>
            <a:r>
              <a:t>BIOS then searches for a bootable device.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Bootloader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BIOS loads the bootloader from the storage device.</a:t>
            </a:r>
          </a:p>
          <a:p>
            <a:r>
              <a:t>Bootloader loads the Operating System kernel.</a:t>
            </a:r>
          </a:p>
          <a:p>
            <a:r>
              <a:t>After kernel loads, the OS starts user-space programs.</a:t>
            </a:r>
          </a:p>
          <a:p>
            <a:r>
              <a:t>Examples: GRUB (Linux), Bootmgr (Windows), boot.efi (MacOS).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32-bit vs 64-bit Operating System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00100" y="1631950"/>
          <a:ext cx="10487025" cy="4473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5675"/>
                <a:gridCol w="3495675"/>
                <a:gridCol w="3495675"/>
              </a:tblGrid>
              <a:tr h="894715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32-bit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64-bit OS</a:t>
                      </a:r>
                    </a:p>
                  </a:txBody>
                  <a:tcPr/>
                </a:tc>
              </a:tr>
              <a:tr h="894715">
                <a:tc>
                  <a:txBody>
                    <a:bodyPr/>
                    <a:lstStyle/>
                    <a:p>
                      <a:r>
                        <a:t>Memory Addressing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2^32 addresses (~4GB RAM)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2^64 addresses (very large memory)</a:t>
                      </a:r>
                    </a:p>
                  </a:txBody>
                  <a:tcPr/>
                </a:tc>
              </a:tr>
              <a:tr h="894715">
                <a:tc>
                  <a:txBody>
                    <a:bodyPr/>
                    <a:lstStyle/>
                    <a:p>
                      <a:r>
                        <a:t>Register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32-bit registers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64-bit registers</a:t>
                      </a:r>
                    </a:p>
                  </a:txBody>
                  <a:tcPr/>
                </a:tc>
              </a:tr>
              <a:tr h="894715">
                <a:tc>
                  <a:txBody>
                    <a:bodyPr/>
                    <a:lstStyle/>
                    <a:p>
                      <a:r>
                        <a:t>Data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Processes 4 bytes per 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Processes 8 bytes per cycle</a:t>
                      </a:r>
                    </a:p>
                  </a:txBody>
                  <a:tcPr/>
                </a:tc>
              </a:tr>
              <a:tr h="894715">
                <a:tc>
                  <a:txBody>
                    <a:bodyPr/>
                    <a:lstStyle/>
                    <a:p>
                      <a:r>
                        <a:t>Compatibility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Runs only 32-bit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Can run both 32-bit and 64-bit OS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Storage Devices in Computer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Register – Smallest and fastest memory inside CPU.</a:t>
            </a:r>
          </a:p>
          <a:p>
            <a:r>
              <a:t>Cache – Stores frequently used instructions and data.</a:t>
            </a:r>
          </a:p>
          <a:p>
            <a:r>
              <a:t>Main Memory – RAM used for running programs.</a:t>
            </a:r>
          </a:p>
          <a:p>
            <a:r>
              <a:t>Secondary Memory – Hard disk, SSD used for permanent 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Memory Hierarchy (Storage Levels)</a:t>
            </a: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2286000" y="1883728"/>
            <a:ext cx="7239000" cy="38766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1043</Words>
  <Application>WPS Sheets</Application>
  <PresentationFormat>On-screen Show (4:3)</PresentationFormat>
  <Paragraphs>55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Office Theme</vt:lpstr>
      <vt:lpstr>What Happens When You Turn On Your Computer</vt:lpstr>
      <vt:lpstr>Bootloader Process</vt:lpstr>
      <vt:lpstr>32-bit vs 64-bit Operating System</vt:lpstr>
      <vt:lpstr>Storage Devices in Computer System</vt:lpstr>
      <vt:lpstr>Memory Hierarchy (Storage Levels)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surajsingh</cp:lastModifiedBy>
  <cp:revision>2</cp:revision>
  <dcterms:created xsi:type="dcterms:W3CDTF">2026-03-09T09:44:29Z</dcterms:created>
  <dcterms:modified xsi:type="dcterms:W3CDTF">2026-03-09T09:44:29Z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086547412111C0D77D96AE69BA4738CF_42</vt:lpwstr>
  </property>
  <property fmtid="{D5CDD505-2E9C-101B-9397-08002B2CF9AE}" pid="3" name="KSOProductBuildVer">
    <vt:lpwstr>1033-12.1.23155.23155</vt:lpwstr>
  </property>
</Properties>
</file>