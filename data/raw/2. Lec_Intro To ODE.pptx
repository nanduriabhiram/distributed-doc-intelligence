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3"/>
  </p:notesMasterIdLst>
  <p:sldIdLst>
    <p:sldId id="574" r:id="rId3"/>
    <p:sldId id="258" r:id="rId4"/>
    <p:sldId id="259" r:id="rId5"/>
    <p:sldId id="353" r:id="rId6"/>
    <p:sldId id="354" r:id="rId7"/>
    <p:sldId id="355" r:id="rId8"/>
    <p:sldId id="360" r:id="rId9"/>
    <p:sldId id="362" r:id="rId10"/>
    <p:sldId id="363" r:id="rId11"/>
    <p:sldId id="364" r:id="rId12"/>
    <p:sldId id="263" r:id="rId13"/>
    <p:sldId id="264" r:id="rId14"/>
    <p:sldId id="265" r:id="rId15"/>
    <p:sldId id="266" r:id="rId16"/>
    <p:sldId id="269" r:id="rId17"/>
    <p:sldId id="304" r:id="rId18"/>
    <p:sldId id="361" r:id="rId19"/>
    <p:sldId id="365" r:id="rId20"/>
    <p:sldId id="366" r:id="rId21"/>
    <p:sldId id="3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6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43601-94B3-4967-B336-83F6FED51DD5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8E2DE-D028-4DC2-B3F2-9F8C85626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96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CCA7412C-3E1D-1B09-2D33-D2017B623A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EC04AEE-1A7F-4B40-82E0-7FC890081B8D}" type="slidenum">
              <a:rPr lang="ar-SA" altLang="en-US">
                <a:latin typeface="Arial" panose="020B0604020202020204" pitchFamily="34" charset="0"/>
              </a:rPr>
              <a:pPr eaLnBrk="1" hangingPunct="1"/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B3C415D-BC24-6740-BDC5-496835357F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A1D6580-8857-52B5-9FAE-7B41E442C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81D6A26F-BD98-DD7A-6411-7755880290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E129D-819A-4517-A0DE-0B909163B5AD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9638403-43EE-640E-C6A9-77B225D687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31E1EC9-2EED-CF3D-742E-DF9C06247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46E0017-36A3-A705-E975-B89BEC707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1259A-0210-4DDC-BD68-A50169D1ECC3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9C64517-AED8-3864-B3B7-1649DC725E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4707921-53DF-5601-0334-F045F02A6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978FF5F4-E1DB-F00A-4183-FCC02DB85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343A84C-DC88-4A82-BEC5-D77573C56E8D}" type="slidenum">
              <a:rPr lang="ar-SA" altLang="en-US">
                <a:latin typeface="Arial" panose="020B0604020202020204" pitchFamily="34" charset="0"/>
              </a:rPr>
              <a:pPr eaLnBrk="1" hangingPunct="1"/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B668F3A-3D76-C1D7-4865-A9C53E8D1D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C05E72D-69F2-46EB-1B69-87F829BD8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08DCED7F-DFA8-AE5B-8193-2C8BFCA4C4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67EC9B-C314-4EAB-A601-BBCCD96BCC93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E116579-28BE-F80F-52ED-290BED1B80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DFE28E6-B2AF-F97D-F127-2C95C01D6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8AB8F0E1-88FF-7B4D-7652-3B1EC7844A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53E335-F2D5-470B-9955-B239785F44F0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8C87A00-FCCA-2C4F-5AE8-0A928F2AF6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49C238A-89A5-3D95-ED2C-918B06F97D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F4DC9B2-1873-7AF3-2A24-640E6ADAC4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723431-55F9-47CF-BB98-2DA05B9DB765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FB7F84B-DAE0-E2E4-E2FA-6004733604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D6BD0B5-47A0-5C1D-88A5-795D2B7B2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805D4ED4-3F9B-8176-E2B8-7CA3FEA20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5A7DA7-C797-4DF9-81DE-7B53B7448296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C560DB5A-583A-6B06-7448-727E617D50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DB8A7B4-ABC3-B95C-415C-2384D8AB7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317C833A-E012-8296-4B96-DA4F03B203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5DC645-7D79-4F62-9E97-6B44548BD848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61F7CF82-7910-C500-2708-E281445404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2C9C42E8-8A9A-CFD4-6040-D1BC9F435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AD2993E-C503-6E33-C168-0F35D82DCA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A5255D-4198-4212-8BA7-724AB67299AA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5FCA678C-1817-2B34-8740-5C07C05772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62B3715-ADD1-44A5-AEF2-6952C4044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94878881-EF65-7610-5046-F08612745E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0BAE70-6FB9-44E9-A99F-8DB9B0A999BE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A6AE04D-4250-B4F5-6975-51F807BA0A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24464A4-B1FD-6580-23EA-AD052C63A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12.jpeg"/><Relationship Id="rId5" Type="http://schemas.openxmlformats.org/officeDocument/2006/relationships/image" Target="../media/image1.jpeg"/><Relationship Id="rId10" Type="http://schemas.openxmlformats.org/officeDocument/2006/relationships/image" Target="../media/image11.jpeg"/><Relationship Id="rId4" Type="http://schemas.openxmlformats.org/officeDocument/2006/relationships/image" Target="../media/image3.jpeg"/><Relationship Id="rId9" Type="http://schemas.openxmlformats.org/officeDocument/2006/relationships/image" Target="../media/image10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Coal">
            <a:extLst>
              <a:ext uri="{FF2B5EF4-FFF2-40B4-BE49-F238E27FC236}">
                <a16:creationId xmlns:a16="http://schemas.microsoft.com/office/drawing/2014/main" id="{33E95AA5-8C42-6055-D18B-92D10BA917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6416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9" descr="temp200_iso">
            <a:extLst>
              <a:ext uri="{FF2B5EF4-FFF2-40B4-BE49-F238E27FC236}">
                <a16:creationId xmlns:a16="http://schemas.microsoft.com/office/drawing/2014/main" id="{B830F119-7F86-E2AB-4988-44F121E65A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1"/>
            <a:ext cx="325120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" descr="Oil1">
            <a:extLst>
              <a:ext uri="{FF2B5EF4-FFF2-40B4-BE49-F238E27FC236}">
                <a16:creationId xmlns:a16="http://schemas.microsoft.com/office/drawing/2014/main" id="{0577BB91-0AF5-795B-CD29-642F3880C2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0"/>
            <a:ext cx="1720851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gold2">
            <a:extLst>
              <a:ext uri="{FF2B5EF4-FFF2-40B4-BE49-F238E27FC236}">
                <a16:creationId xmlns:a16="http://schemas.microsoft.com/office/drawing/2014/main" id="{B3A2A33A-AA52-E1D1-6C83-588BE5792E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1"/>
            <a:ext cx="2540000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leopard">
            <a:extLst>
              <a:ext uri="{FF2B5EF4-FFF2-40B4-BE49-F238E27FC236}">
                <a16:creationId xmlns:a16="http://schemas.microsoft.com/office/drawing/2014/main" id="{45D21CFC-A274-A39B-82D4-EF183274CF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"/>
          <a:stretch>
            <a:fillRect/>
          </a:stretch>
        </p:blipFill>
        <p:spPr bwMode="auto">
          <a:xfrm>
            <a:off x="10261600" y="0"/>
            <a:ext cx="19304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4" descr="Convection3">
            <a:extLst>
              <a:ext uri="{FF2B5EF4-FFF2-40B4-BE49-F238E27FC236}">
                <a16:creationId xmlns:a16="http://schemas.microsoft.com/office/drawing/2014/main" id="{1E9AE086-BB0A-7192-3C10-BA4AB10B5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1117" y="5486400"/>
            <a:ext cx="114088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5" descr="Convection2">
            <a:extLst>
              <a:ext uri="{FF2B5EF4-FFF2-40B4-BE49-F238E27FC236}">
                <a16:creationId xmlns:a16="http://schemas.microsoft.com/office/drawing/2014/main" id="{DC98B588-6F41-7C12-F46E-4739FF6E64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867" y="5484814"/>
            <a:ext cx="3115733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16">
            <a:extLst>
              <a:ext uri="{FF2B5EF4-FFF2-40B4-BE49-F238E27FC236}">
                <a16:creationId xmlns:a16="http://schemas.microsoft.com/office/drawing/2014/main" id="{00C3C183-42B7-76BF-3EB7-8BBCE941F58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333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pic>
        <p:nvPicPr>
          <p:cNvPr id="10" name="Picture 17" descr="Oil2">
            <a:extLst>
              <a:ext uri="{FF2B5EF4-FFF2-40B4-BE49-F238E27FC236}">
                <a16:creationId xmlns:a16="http://schemas.microsoft.com/office/drawing/2014/main" id="{3B44262A-D78B-F33D-D731-D78AF2D06A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487988"/>
            <a:ext cx="2048933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9" descr="Storage">
            <a:extLst>
              <a:ext uri="{FF2B5EF4-FFF2-40B4-BE49-F238E27FC236}">
                <a16:creationId xmlns:a16="http://schemas.microsoft.com/office/drawing/2014/main" id="{0CC9B81B-5299-CEE2-D7A1-DAA03CA1D2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"/>
          <a:stretch>
            <a:fillRect/>
          </a:stretch>
        </p:blipFill>
        <p:spPr bwMode="auto">
          <a:xfrm>
            <a:off x="6352" y="5481638"/>
            <a:ext cx="2406649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0" descr="Convection1">
            <a:extLst>
              <a:ext uri="{FF2B5EF4-FFF2-40B4-BE49-F238E27FC236}">
                <a16:creationId xmlns:a16="http://schemas.microsoft.com/office/drawing/2014/main" id="{DE13025E-C99C-36C3-D4FB-C27797BC30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333" y="5516564"/>
            <a:ext cx="2446867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1" descr="Waste">
            <a:extLst>
              <a:ext uri="{FF2B5EF4-FFF2-40B4-BE49-F238E27FC236}">
                <a16:creationId xmlns:a16="http://schemas.microsoft.com/office/drawing/2014/main" id="{6DFCFF6D-6DB0-0B61-BE50-9117FFF3FA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1" y="5486400"/>
            <a:ext cx="1200151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Line 18">
            <a:extLst>
              <a:ext uri="{FF2B5EF4-FFF2-40B4-BE49-F238E27FC236}">
                <a16:creationId xmlns:a16="http://schemas.microsoft.com/office/drawing/2014/main" id="{FA105C26-0F92-C508-D4D9-49A652CEED01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0" y="54864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13107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149600" y="3429000"/>
            <a:ext cx="8534400" cy="14478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107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371600"/>
            <a:ext cx="10160000" cy="20574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D70D315-D9CB-8EB8-C048-BF5634D490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366668C8-B3DF-B803-15DF-42DF939C06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7B0344BB-1533-A36F-CE1D-8D992736A0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2E1CEC81-F994-44C8-A7A0-768B56B97E64}" type="slidenum">
              <a:rPr lang="en-NZ" altLang="en-US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343599655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9350C21-8E67-3091-CCE5-51C34FE6D3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79CE01C-5598-BF72-F2C5-E10493D270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17331756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FFA01AE-21F9-7784-8594-919A80F03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04390AC-BAED-6516-8615-C2B0480512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112311806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200" y="1600200"/>
            <a:ext cx="4165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1600200"/>
            <a:ext cx="4165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060068-AC3A-6491-DC59-AF002C8636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99B740C-D52E-C96C-978F-D6FF072D5A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30826727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37D336D-AAC3-0EFE-003E-269C4ADD93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A5DBC2BF-CE9D-07BF-8D8C-F0543B26F7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249728509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ADD5BA0-F86B-8A42-2E19-BB9BEB48D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DC8403C-FD62-97B9-8828-958EF534C3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759926604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CA8239F-B2B8-6D3E-0413-05CB2B7421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DC9883B-E217-E3F7-6114-32359D9A68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035495415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AE22AC2-AA80-9C7F-C9D9-9FA4267140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9FD211D-0C1B-E8AD-6E1A-A23AA7AECF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290640705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D72A82-3A72-CC8A-AA0E-38AAEB1B12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DB073F9-B599-9485-A960-78A1C90930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76389075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E65C38F-CF94-62C4-FD89-4370678436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DCEF7BC-F2B5-3D23-8D43-B22F17C1A9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53948894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52000" y="2286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1200" y="228600"/>
            <a:ext cx="61976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140D890-C32F-B0B5-D729-3423139D4B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B556735-8356-44BA-E29B-177A913DA1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43366375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1200" y="228600"/>
            <a:ext cx="85344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251200" y="1600200"/>
            <a:ext cx="8534400" cy="4495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0A35216-C1A3-C424-1BA0-DB1E0A351F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3FBEBC8-592B-5CF4-220A-C151EF4AA7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419797767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A54BB-A04D-0BB8-D3BD-61F0A9E920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C3BDA-BEA6-3DCD-7C61-7205B64B4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24DCB-EF5E-862F-78DD-2704B3FDA4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C7E964-14AB-442C-A179-F882F767CD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855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4944E359-10DF-96F0-3849-EC81768710F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889251"/>
            <a:ext cx="114808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EF7B9E13-422A-CBC7-7070-8FFC4C4E37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cs typeface="Arial" charset="0"/>
              </a:endParaRPr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14D671B7-752C-DE96-9641-EA841276F0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cs typeface="Arial" charset="0"/>
              </a:endParaRPr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9BFF4866-D353-B498-8067-DD392C2D6FA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cs typeface="Arial" charset="0"/>
              </a:endParaRPr>
            </a:p>
          </p:txBody>
        </p:sp>
      </p:grpSp>
      <p:sp>
        <p:nvSpPr>
          <p:cNvPr id="97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70250"/>
            <a:ext cx="85344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491CD49-2CFE-D674-001C-6ACCFB4E40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7402703-2AF7-6A24-00AB-AE646538C7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C15B819-67C4-8FF6-4FB9-9406F519CB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6A30E-FBB5-4525-9274-C96F4C251F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270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6BC448-5123-061D-D7A1-A44DD95454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A0E702-A9B1-341E-B148-32832E3F69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44988C-C112-FEAA-510F-4065F105D1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246684-3A90-44B5-B6FA-086CC61386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6914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479089-5182-D963-422D-E938D4F0A7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AC9305-F3A4-1D0E-0682-4DF026D09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8408AC-93D7-E097-ED66-78BA970693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481481-4C28-42AF-8962-5791C04C75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23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3DE668-6E7C-56F2-19C7-999F16D319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18DFC-6E98-31E6-AD0B-447DB58A81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81C101-54F2-5725-09EF-3095786A98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A4E308-D081-4CA9-B25C-17FDB565E16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0300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E76704-981C-8B86-D656-01399AD5D8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A8A6D8-8B57-2153-044D-2274FBFB46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B5095E-CD11-7646-C042-F108FC6A32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CF078A-B357-448B-81AF-1A43F3F301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555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91E760-CCC7-52AE-BD03-971A5AFD10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8688A8-9B6B-69A7-B244-CC7642DD04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27E50C-D88E-7837-49F4-7B7AA33616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40BAE-2F16-46E0-BCBE-695C1F1113A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761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03C92A-B92C-B88F-5B09-A99D5527B2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523151-DBAE-C889-735D-048D2CDE21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14C8F34-90FC-4644-89D3-98AC4639FE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13D071-CC58-4C77-9CDA-C7B7158B3F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394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172CE-9545-32AB-4443-BF578D73C0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09E57-2D95-A851-6780-4FE2AEC540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3EBE10-EFFD-9A2E-D410-A21E201D7C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6902C5-8706-4399-A7A9-7B1A09B9CE8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628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189A43-56FC-0F86-CFDA-85158FACE7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4C051D-CC80-BA64-8859-56C2F5B6C4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8D0411-366D-E1E3-7B5E-88654A60BE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7F1AEF-011D-490A-9144-8E6D0A23A54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4608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FE323D-CE9E-649C-A409-2229F6DFBE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194B2D-EDAD-8BF1-DCDA-CE2F44B1EF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B36482-1EFA-E25B-3930-E2ECEDA9C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8CA8A3-AC65-4F79-97D4-DCA9CA7484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55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575CA3-E493-5D0D-C48D-5A49C025D9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B08836-D4F1-24F2-C43E-90636DAF46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2DAD42-40D6-132A-9BAD-4DFD6071B9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B01077-7E9A-4F0A-8E39-345B667CF7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0475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A54BB-A04D-0BB8-D3BD-61F0A9E920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C3BDA-BEA6-3DCD-7C61-7205B64B4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24DCB-EF5E-862F-78DD-2704B3FDA4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C7E964-14AB-442C-A179-F882F767CD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9192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6A6AEE-9FA1-2F17-FB29-1090A4C32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2172DA6-45FA-8190-E161-BEBA88AD48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B1C1852-C551-FC16-C97E-F619E66FA4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730968-E00D-4CAC-A4F5-A9D9C543F7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04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3" name="Rectangle 5">
            <a:extLst>
              <a:ext uri="{FF2B5EF4-FFF2-40B4-BE49-F238E27FC236}">
                <a16:creationId xmlns:a16="http://schemas.microsoft.com/office/drawing/2014/main" id="{A73B3D22-EA69-986B-4B29-84A3DA54B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51200" y="228600"/>
            <a:ext cx="8534400" cy="1219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38770E47-7D70-617C-7A41-F4CB4D9DB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51200" y="1600200"/>
            <a:ext cx="8534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0055" name="Rectangle 7">
            <a:extLst>
              <a:ext uri="{FF2B5EF4-FFF2-40B4-BE49-F238E27FC236}">
                <a16:creationId xmlns:a16="http://schemas.microsoft.com/office/drawing/2014/main" id="{B8F5D02D-B588-AD33-E4A8-22840A6353A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03201" y="6248400"/>
            <a:ext cx="253576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130056" name="Rectangle 8">
            <a:extLst>
              <a:ext uri="{FF2B5EF4-FFF2-40B4-BE49-F238E27FC236}">
                <a16:creationId xmlns:a16="http://schemas.microsoft.com/office/drawing/2014/main" id="{CEFD2FF1-BB02-E32C-6447-543A935D8C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1030" name="Line 10">
            <a:extLst>
              <a:ext uri="{FF2B5EF4-FFF2-40B4-BE49-F238E27FC236}">
                <a16:creationId xmlns:a16="http://schemas.microsoft.com/office/drawing/2014/main" id="{B6B00499-435D-457D-9786-BE3231CEC9A4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304800" y="1524000"/>
            <a:ext cx="1148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pic>
        <p:nvPicPr>
          <p:cNvPr id="1031" name="Picture 12" descr="gold2">
            <a:extLst>
              <a:ext uri="{FF2B5EF4-FFF2-40B4-BE49-F238E27FC236}">
                <a16:creationId xmlns:a16="http://schemas.microsoft.com/office/drawing/2014/main" id="{6BBD4730-C859-2D3B-93E1-857D3CA340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2626"/>
            <a:ext cx="1625600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3" descr="leopard">
            <a:extLst>
              <a:ext uri="{FF2B5EF4-FFF2-40B4-BE49-F238E27FC236}">
                <a16:creationId xmlns:a16="http://schemas.microsoft.com/office/drawing/2014/main" id="{736CB392-6FAA-F718-955B-E5ADE52B91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400"/>
            <a:ext cx="1625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4" descr="Oil1">
            <a:extLst>
              <a:ext uri="{FF2B5EF4-FFF2-40B4-BE49-F238E27FC236}">
                <a16:creationId xmlns:a16="http://schemas.microsoft.com/office/drawing/2014/main" id="{73008869-8B9E-5C89-6A58-02CB2A600E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6750"/>
            <a:ext cx="1625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1" descr="temp200_iso">
            <a:extLst>
              <a:ext uri="{FF2B5EF4-FFF2-40B4-BE49-F238E27FC236}">
                <a16:creationId xmlns:a16="http://schemas.microsoft.com/office/drawing/2014/main" id="{DF821F0C-0604-5424-8584-7A2DE2D951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6256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6" descr="Liver2">
            <a:extLst>
              <a:ext uri="{FF2B5EF4-FFF2-40B4-BE49-F238E27FC236}">
                <a16:creationId xmlns:a16="http://schemas.microsoft.com/office/drawing/2014/main" id="{63440E73-A998-F958-9301-00863887D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14800"/>
            <a:ext cx="16256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7" descr="Cloud">
            <a:extLst>
              <a:ext uri="{FF2B5EF4-FFF2-40B4-BE49-F238E27FC236}">
                <a16:creationId xmlns:a16="http://schemas.microsoft.com/office/drawing/2014/main" id="{B0BC4CEA-4EEF-892E-5E98-67EFFDE995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57800"/>
            <a:ext cx="162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Line 15">
            <a:extLst>
              <a:ext uri="{FF2B5EF4-FFF2-40B4-BE49-F238E27FC236}">
                <a16:creationId xmlns:a16="http://schemas.microsoft.com/office/drawing/2014/main" id="{0308940C-C949-87A5-2039-B4BB3A4761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6129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1038" name="Text Box 18">
            <a:extLst>
              <a:ext uri="{FF2B5EF4-FFF2-40B4-BE49-F238E27FC236}">
                <a16:creationId xmlns:a16="http://schemas.microsoft.com/office/drawing/2014/main" id="{30EA1CCC-218A-B75F-D05C-6B5FD01CD9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25600" y="6477000"/>
            <a:ext cx="2032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NZ" altLang="en-US" sz="1400"/>
              <a:t>Slide number </a:t>
            </a:r>
            <a:fld id="{5E6479B2-43B3-45E9-BBE0-42A601A511ED}" type="slidenum">
              <a:rPr lang="en-NZ" altLang="en-US" sz="1400"/>
              <a:pPr>
                <a:spcBef>
                  <a:spcPct val="50000"/>
                </a:spcBef>
              </a:pPr>
              <a:t>‹#›</a:t>
            </a:fld>
            <a:endParaRPr lang="en-NZ" altLang="en-US" sz="1400"/>
          </a:p>
        </p:txBody>
      </p:sp>
    </p:spTree>
    <p:extLst>
      <p:ext uri="{BB962C8B-B14F-4D97-AF65-F5344CB8AC3E}">
        <p14:creationId xmlns:p14="http://schemas.microsoft.com/office/powerpoint/2010/main" val="257627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E902528-8253-06F7-8527-F22BCBB78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4872552-B957-72B1-A4B7-49606B7FA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842F8BE8-D257-9FC7-BEB3-E626023D96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CISE301_Topic8L1</a:t>
            </a:r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A77A6126-E17C-EBBF-A01A-9422446023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3B4CA04D-390E-1340-79CD-DC36561993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A8BA759-5C06-4839-AA29-4BA88FEE117C}" type="slidenum">
              <a:rPr lang="ar-SA" altLang="en-US"/>
              <a:pPr/>
              <a:t>‹#›</a:t>
            </a:fld>
            <a:endParaRPr lang="en-US" altLang="en-US"/>
          </a:p>
        </p:txBody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17EC29D3-E774-0604-3731-D5E4AC1B2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charset="0"/>
              <a:cs typeface="Arial" charset="0"/>
            </a:endParaRPr>
          </a:p>
        </p:txBody>
      </p:sp>
      <p:sp>
        <p:nvSpPr>
          <p:cNvPr id="96264" name="Line 8">
            <a:extLst>
              <a:ext uri="{FF2B5EF4-FFF2-40B4-BE49-F238E27FC236}">
                <a16:creationId xmlns:a16="http://schemas.microsoft.com/office/drawing/2014/main" id="{FF76F90B-BAD5-4B63-7157-0294F5B084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447800"/>
            <a:ext cx="107696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cs typeface="Arial" charset="0"/>
            </a:endParaRPr>
          </a:p>
        </p:txBody>
      </p:sp>
      <p:sp>
        <p:nvSpPr>
          <p:cNvPr id="96265" name="Rectangle 9">
            <a:extLst>
              <a:ext uri="{FF2B5EF4-FFF2-40B4-BE49-F238E27FC236}">
                <a16:creationId xmlns:a16="http://schemas.microsoft.com/office/drawing/2014/main" id="{93A2ED9C-4045-3FCE-476F-E029F204D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charset="0"/>
              <a:cs typeface="Arial" charset="0"/>
            </a:endParaRPr>
          </a:p>
        </p:txBody>
      </p:sp>
      <p:sp>
        <p:nvSpPr>
          <p:cNvPr id="96266" name="Rectangle 10">
            <a:extLst>
              <a:ext uri="{FF2B5EF4-FFF2-40B4-BE49-F238E27FC236}">
                <a16:creationId xmlns:a16="http://schemas.microsoft.com/office/drawing/2014/main" id="{E8705AC3-6867-21D9-C327-022C7B913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17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image" Target="../media/image19.gi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28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41.wmf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42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2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50.wmf"/><Relationship Id="rId5" Type="http://schemas.openxmlformats.org/officeDocument/2006/relationships/image" Target="../media/image47.w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3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4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2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6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C3F113-9EE3-E2E9-23D7-86CBFB244C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br>
              <a:rPr lang="en-NZ" altLang="en-US" sz="4800" dirty="0"/>
            </a:br>
            <a:r>
              <a:rPr lang="en-NZ" altLang="en-US" sz="4000" dirty="0">
                <a:solidFill>
                  <a:schemeClr val="tx2"/>
                </a:solidFill>
              </a:rPr>
              <a:t>Introduction </a:t>
            </a:r>
            <a:r>
              <a:rPr lang="en-NZ" altLang="en-US" sz="4000">
                <a:solidFill>
                  <a:schemeClr val="tx2"/>
                </a:solidFill>
              </a:rPr>
              <a:t>to Differential </a:t>
            </a:r>
            <a:r>
              <a:rPr lang="en-NZ" altLang="en-US" sz="4000" dirty="0">
                <a:solidFill>
                  <a:schemeClr val="tx2"/>
                </a:solidFill>
              </a:rPr>
              <a:t>Equations</a:t>
            </a:r>
            <a:endParaRPr lang="en-NZ" altLang="en-US" sz="4800" dirty="0">
              <a:solidFill>
                <a:schemeClr val="tx2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AE2BF01-0073-B63A-4FD7-CC9AD9A016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solidFill>
            <a:schemeClr val="bg1">
              <a:alpha val="50195"/>
            </a:schemeClr>
          </a:solidFill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Anirban Tarafdar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Amrita Vishwa Vidyapeetham, </a:t>
            </a:r>
            <a:endParaRPr lang="en-NZ" alt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CB69F4F-657D-D173-F4D6-17D2F1BD3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NZ" altLang="en-US"/>
              <a:t>Where do ODE’s arise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F6F82B9-01E0-8188-2ABF-6286227DB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2400" y="1600200"/>
            <a:ext cx="6400800" cy="2438400"/>
          </a:xfrm>
        </p:spPr>
        <p:txBody>
          <a:bodyPr/>
          <a:lstStyle/>
          <a:p>
            <a:pPr eaLnBrk="1" hangingPunct="1"/>
            <a:r>
              <a:rPr lang="en-NZ" altLang="en-US"/>
              <a:t>All branches of Engineering</a:t>
            </a:r>
          </a:p>
          <a:p>
            <a:pPr eaLnBrk="1" hangingPunct="1"/>
            <a:r>
              <a:rPr lang="en-NZ" altLang="en-US"/>
              <a:t>Economics</a:t>
            </a:r>
          </a:p>
          <a:p>
            <a:pPr eaLnBrk="1" hangingPunct="1"/>
            <a:r>
              <a:rPr lang="en-NZ" altLang="en-US"/>
              <a:t>Biology and Medicine</a:t>
            </a:r>
          </a:p>
          <a:p>
            <a:pPr eaLnBrk="1" hangingPunct="1"/>
            <a:r>
              <a:rPr lang="en-NZ" altLang="en-US"/>
              <a:t>Chemistry, Physics etc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8CA9707-E698-F8BC-0BD1-12E7A53B3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114800"/>
            <a:ext cx="6400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NZ" altLang="en-US"/>
              <a:t>Anytime you wish to find out how something changes with time (and sometimes space)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10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B051620-30E7-0E23-345F-92DB93A2A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NZ" altLang="en-US" sz="3200"/>
              <a:t>Example – Newton’s Law of Cooling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D74BEEC-2572-EC68-B1CE-1C822843B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2400" y="1600201"/>
            <a:ext cx="6400800" cy="15843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NZ" altLang="en-US" sz="2800"/>
              <a:t>This is a model of how the temperature of an object changes as it loses heat to the surrounding atmosphere:</a:t>
            </a:r>
          </a:p>
        </p:txBody>
      </p:sp>
      <p:grpSp>
        <p:nvGrpSpPr>
          <p:cNvPr id="6154" name="Group 10">
            <a:extLst>
              <a:ext uri="{FF2B5EF4-FFF2-40B4-BE49-F238E27FC236}">
                <a16:creationId xmlns:a16="http://schemas.microsoft.com/office/drawing/2014/main" id="{181847F5-E0CE-987B-0783-11BA56C3E0D1}"/>
              </a:ext>
            </a:extLst>
          </p:cNvPr>
          <p:cNvGrpSpPr>
            <a:grpSpLocks/>
          </p:cNvGrpSpPr>
          <p:nvPr/>
        </p:nvGrpSpPr>
        <p:grpSpPr bwMode="auto">
          <a:xfrm>
            <a:off x="3044826" y="3098800"/>
            <a:ext cx="3432175" cy="482600"/>
            <a:chOff x="1248" y="2042"/>
            <a:chExt cx="2162" cy="304"/>
          </a:xfrm>
        </p:grpSpPr>
        <p:sp>
          <p:nvSpPr>
            <p:cNvPr id="7190" name="Text Box 4">
              <a:extLst>
                <a:ext uri="{FF2B5EF4-FFF2-40B4-BE49-F238E27FC236}">
                  <a16:creationId xmlns:a16="http://schemas.microsoft.com/office/drawing/2014/main" id="{CDF6ED24-AF69-2124-3018-160BE01D6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64"/>
              <a:ext cx="18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NZ" altLang="en-US" sz="1800"/>
                <a:t>Temperature of the object:</a:t>
              </a:r>
            </a:p>
          </p:txBody>
        </p:sp>
        <p:graphicFrame>
          <p:nvGraphicFramePr>
            <p:cNvPr id="7191" name="Object 5">
              <a:extLst>
                <a:ext uri="{FF2B5EF4-FFF2-40B4-BE49-F238E27FC236}">
                  <a16:creationId xmlns:a16="http://schemas.microsoft.com/office/drawing/2014/main" id="{91280A55-D5A6-BD9F-48EA-32749EBFAF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82" y="2042"/>
            <a:ext cx="32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3890" imgH="241195" progId="Equation.3">
                    <p:embed/>
                  </p:oleObj>
                </mc:Choice>
                <mc:Fallback>
                  <p:oleObj name="Equation" r:id="rId2" imgW="253890" imgH="241195" progId="Equation.3">
                    <p:embed/>
                    <p:pic>
                      <p:nvPicPr>
                        <p:cNvPr id="7191" name="Object 5">
                          <a:extLst>
                            <a:ext uri="{FF2B5EF4-FFF2-40B4-BE49-F238E27FC236}">
                              <a16:creationId xmlns:a16="http://schemas.microsoft.com/office/drawing/2014/main" id="{91280A55-D5A6-BD9F-48EA-32749EBFAF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" y="2042"/>
                          <a:ext cx="32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8" name="Group 14">
            <a:extLst>
              <a:ext uri="{FF2B5EF4-FFF2-40B4-BE49-F238E27FC236}">
                <a16:creationId xmlns:a16="http://schemas.microsoft.com/office/drawing/2014/main" id="{38CC5589-75A8-4351-CD5E-541A89D7C58F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124200"/>
            <a:ext cx="2971800" cy="457200"/>
            <a:chOff x="1248" y="2296"/>
            <a:chExt cx="1872" cy="288"/>
          </a:xfrm>
        </p:grpSpPr>
        <p:sp>
          <p:nvSpPr>
            <p:cNvPr id="7188" name="Text Box 12">
              <a:extLst>
                <a:ext uri="{FF2B5EF4-FFF2-40B4-BE49-F238E27FC236}">
                  <a16:creationId xmlns:a16="http://schemas.microsoft.com/office/drawing/2014/main" id="{4A6EBF6F-5AC1-9AB2-C385-8C152FC3D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310"/>
              <a:ext cx="18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NZ" altLang="en-US" sz="1800"/>
                <a:t>Room Temperature:</a:t>
              </a:r>
            </a:p>
          </p:txBody>
        </p:sp>
        <p:graphicFrame>
          <p:nvGraphicFramePr>
            <p:cNvPr id="7189" name="Object 13">
              <a:extLst>
                <a:ext uri="{FF2B5EF4-FFF2-40B4-BE49-F238E27FC236}">
                  <a16:creationId xmlns:a16="http://schemas.microsoft.com/office/drawing/2014/main" id="{6C39F0C2-5CA8-8024-A4E3-4EE8B7869F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94" y="2296"/>
            <a:ext cx="42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30200" imgH="228600" progId="Equation.3">
                    <p:embed/>
                  </p:oleObj>
                </mc:Choice>
                <mc:Fallback>
                  <p:oleObj name="Equation" r:id="rId4" imgW="330200" imgH="228600" progId="Equation.3">
                    <p:embed/>
                    <p:pic>
                      <p:nvPicPr>
                        <p:cNvPr id="7189" name="Object 13">
                          <a:extLst>
                            <a:ext uri="{FF2B5EF4-FFF2-40B4-BE49-F238E27FC236}">
                              <a16:creationId xmlns:a16="http://schemas.microsoft.com/office/drawing/2014/main" id="{6C39F0C2-5CA8-8024-A4E3-4EE8B7869F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4" y="2296"/>
                          <a:ext cx="42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4" name="Rectangle 19">
            <a:extLst>
              <a:ext uri="{FF2B5EF4-FFF2-40B4-BE49-F238E27FC236}">
                <a16:creationId xmlns:a16="http://schemas.microsoft.com/office/drawing/2014/main" id="{4EAFF911-28A7-DDC5-5AAB-16C09769E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0347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67" name="Text Box 23">
            <a:extLst>
              <a:ext uri="{FF2B5EF4-FFF2-40B4-BE49-F238E27FC236}">
                <a16:creationId xmlns:a16="http://schemas.microsoft.com/office/drawing/2014/main" id="{77F4482C-61A9-FF9A-F54B-9CE06BBA9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781425"/>
            <a:ext cx="7543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NZ" altLang="en-US" sz="1800" u="sng"/>
              <a:t>Newton’s laws states</a:t>
            </a:r>
            <a:r>
              <a:rPr lang="en-NZ" altLang="en-US" sz="1800"/>
              <a:t>: “</a:t>
            </a:r>
            <a:r>
              <a:rPr lang="en-NZ" altLang="en-US" sz="1800" i="1"/>
              <a:t>The rate of change in the temperature of an object is proportional to the difference in temperature between the object and the room temperature”</a:t>
            </a:r>
          </a:p>
        </p:txBody>
      </p:sp>
      <p:grpSp>
        <p:nvGrpSpPr>
          <p:cNvPr id="6187" name="Group 43">
            <a:extLst>
              <a:ext uri="{FF2B5EF4-FFF2-40B4-BE49-F238E27FC236}">
                <a16:creationId xmlns:a16="http://schemas.microsoft.com/office/drawing/2014/main" id="{973B1AC7-85A9-1635-6F88-3657D598A5F0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700589"/>
            <a:ext cx="4510088" cy="979487"/>
            <a:chOff x="720" y="2805"/>
            <a:chExt cx="2841" cy="617"/>
          </a:xfrm>
        </p:grpSpPr>
        <p:graphicFrame>
          <p:nvGraphicFramePr>
            <p:cNvPr id="7185" name="Object 18">
              <a:extLst>
                <a:ext uri="{FF2B5EF4-FFF2-40B4-BE49-F238E27FC236}">
                  <a16:creationId xmlns:a16="http://schemas.microsoft.com/office/drawing/2014/main" id="{D7BD7902-4C37-E911-E15D-BCA96FE540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891"/>
            <a:ext cx="1929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4000" imgH="419100" progId="Equation.3">
                    <p:embed/>
                  </p:oleObj>
                </mc:Choice>
                <mc:Fallback>
                  <p:oleObj name="Equation" r:id="rId6" imgW="1524000" imgH="419100" progId="Equation.3">
                    <p:embed/>
                    <p:pic>
                      <p:nvPicPr>
                        <p:cNvPr id="7185" name="Object 18">
                          <a:extLst>
                            <a:ext uri="{FF2B5EF4-FFF2-40B4-BE49-F238E27FC236}">
                              <a16:creationId xmlns:a16="http://schemas.microsoft.com/office/drawing/2014/main" id="{D7BD7902-4C37-E911-E15D-BCA96FE540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891"/>
                          <a:ext cx="1929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6" name="AutoShape 33">
              <a:extLst>
                <a:ext uri="{FF2B5EF4-FFF2-40B4-BE49-F238E27FC236}">
                  <a16:creationId xmlns:a16="http://schemas.microsoft.com/office/drawing/2014/main" id="{9C745EDA-9886-C80F-ED11-13FF165A19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15" y="2842"/>
              <a:ext cx="528" cy="454"/>
            </a:xfrm>
            <a:custGeom>
              <a:avLst/>
              <a:gdLst>
                <a:gd name="T0" fmla="*/ 9 w 21600"/>
                <a:gd name="T1" fmla="*/ 0 h 21600"/>
                <a:gd name="T2" fmla="*/ 6 w 21600"/>
                <a:gd name="T3" fmla="*/ 3 h 21600"/>
                <a:gd name="T4" fmla="*/ 0 w 21600"/>
                <a:gd name="T5" fmla="*/ 8 h 21600"/>
                <a:gd name="T6" fmla="*/ 6 w 21600"/>
                <a:gd name="T7" fmla="*/ 10 h 21600"/>
                <a:gd name="T8" fmla="*/ 11 w 21600"/>
                <a:gd name="T9" fmla="*/ 7 h 21600"/>
                <a:gd name="T10" fmla="*/ 13 w 21600"/>
                <a:gd name="T11" fmla="*/ 3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16 h 21600"/>
                <a:gd name="T20" fmla="*/ 18532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87" name="Text Box 37">
              <a:extLst>
                <a:ext uri="{FF2B5EF4-FFF2-40B4-BE49-F238E27FC236}">
                  <a16:creationId xmlns:a16="http://schemas.microsoft.com/office/drawing/2014/main" id="{678324A3-33E9-F1A8-11B4-D3FC18FCC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823"/>
              <a:ext cx="4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NZ" altLang="en-US" sz="1800"/>
                <a:t>Form ODE</a:t>
              </a:r>
            </a:p>
          </p:txBody>
        </p:sp>
      </p:grpSp>
      <p:grpSp>
        <p:nvGrpSpPr>
          <p:cNvPr id="6192" name="Group 48">
            <a:extLst>
              <a:ext uri="{FF2B5EF4-FFF2-40B4-BE49-F238E27FC236}">
                <a16:creationId xmlns:a16="http://schemas.microsoft.com/office/drawing/2014/main" id="{95589965-C2FA-F547-37F3-218CB4952510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5422900"/>
            <a:ext cx="6781800" cy="1206500"/>
            <a:chOff x="960" y="3416"/>
            <a:chExt cx="4272" cy="760"/>
          </a:xfrm>
        </p:grpSpPr>
        <p:graphicFrame>
          <p:nvGraphicFramePr>
            <p:cNvPr id="7179" name="Object 34">
              <a:extLst>
                <a:ext uri="{FF2B5EF4-FFF2-40B4-BE49-F238E27FC236}">
                  <a16:creationId xmlns:a16="http://schemas.microsoft.com/office/drawing/2014/main" id="{20B6BFBE-055C-762D-EAB9-EAB9FFDBCF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3636"/>
            <a:ext cx="235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79600" imgH="254000" progId="Equation.3">
                    <p:embed/>
                  </p:oleObj>
                </mc:Choice>
                <mc:Fallback>
                  <p:oleObj name="Equation" r:id="rId8" imgW="1879600" imgH="254000" progId="Equation.3">
                    <p:embed/>
                    <p:pic>
                      <p:nvPicPr>
                        <p:cNvPr id="7179" name="Object 34">
                          <a:extLst>
                            <a:ext uri="{FF2B5EF4-FFF2-40B4-BE49-F238E27FC236}">
                              <a16:creationId xmlns:a16="http://schemas.microsoft.com/office/drawing/2014/main" id="{20B6BFBE-055C-762D-EAB9-EAB9FFDBCF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636"/>
                          <a:ext cx="235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0" name="AutoShape 36">
              <a:extLst>
                <a:ext uri="{FF2B5EF4-FFF2-40B4-BE49-F238E27FC236}">
                  <a16:creationId xmlns:a16="http://schemas.microsoft.com/office/drawing/2014/main" id="{0CD12EEE-813D-A431-5A52-72BB9258CE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04" y="3453"/>
              <a:ext cx="528" cy="454"/>
            </a:xfrm>
            <a:custGeom>
              <a:avLst/>
              <a:gdLst>
                <a:gd name="T0" fmla="*/ 9 w 21600"/>
                <a:gd name="T1" fmla="*/ 0 h 21600"/>
                <a:gd name="T2" fmla="*/ 6 w 21600"/>
                <a:gd name="T3" fmla="*/ 3 h 21600"/>
                <a:gd name="T4" fmla="*/ 0 w 21600"/>
                <a:gd name="T5" fmla="*/ 8 h 21600"/>
                <a:gd name="T6" fmla="*/ 6 w 21600"/>
                <a:gd name="T7" fmla="*/ 10 h 21600"/>
                <a:gd name="T8" fmla="*/ 11 w 21600"/>
                <a:gd name="T9" fmla="*/ 7 h 21600"/>
                <a:gd name="T10" fmla="*/ 13 w 21600"/>
                <a:gd name="T11" fmla="*/ 3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16 h 21600"/>
                <a:gd name="T20" fmla="*/ 18532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81" name="Text Box 38">
              <a:extLst>
                <a:ext uri="{FF2B5EF4-FFF2-40B4-BE49-F238E27FC236}">
                  <a16:creationId xmlns:a16="http://schemas.microsoft.com/office/drawing/2014/main" id="{3E95C056-3E96-087F-D979-12C1B65EF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431"/>
              <a:ext cx="4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Z" altLang="en-US" sz="1800"/>
                <a:t>Solve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Z" altLang="en-US" sz="1800"/>
                <a:t>ODE</a:t>
              </a:r>
            </a:p>
          </p:txBody>
        </p:sp>
        <p:grpSp>
          <p:nvGrpSpPr>
            <p:cNvPr id="7182" name="Group 47">
              <a:extLst>
                <a:ext uri="{FF2B5EF4-FFF2-40B4-BE49-F238E27FC236}">
                  <a16:creationId xmlns:a16="http://schemas.microsoft.com/office/drawing/2014/main" id="{B743E6D3-99D5-13F6-D116-8DB32FC77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888"/>
              <a:ext cx="3360" cy="288"/>
              <a:chOff x="1872" y="3888"/>
              <a:chExt cx="3360" cy="288"/>
            </a:xfrm>
          </p:grpSpPr>
          <p:sp>
            <p:nvSpPr>
              <p:cNvPr id="7183" name="Text Box 40">
                <a:extLst>
                  <a:ext uri="{FF2B5EF4-FFF2-40B4-BE49-F238E27FC236}">
                    <a16:creationId xmlns:a16="http://schemas.microsoft.com/office/drawing/2014/main" id="{E161B428-9E82-5417-FEFC-8221F47DB4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912"/>
                <a:ext cx="33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NZ" altLang="en-US" sz="1800"/>
                  <a:t>Where         is the initial temperature of the object.</a:t>
                </a:r>
              </a:p>
            </p:txBody>
          </p:sp>
          <p:graphicFrame>
            <p:nvGraphicFramePr>
              <p:cNvPr id="7184" name="Object 41">
                <a:extLst>
                  <a:ext uri="{FF2B5EF4-FFF2-40B4-BE49-F238E27FC236}">
                    <a16:creationId xmlns:a16="http://schemas.microsoft.com/office/drawing/2014/main" id="{6C1C47C7-8D8B-B3F0-9F39-D893AD2782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22" y="3888"/>
              <a:ext cx="26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41300" imgH="228600" progId="Equation.3">
                      <p:embed/>
                    </p:oleObj>
                  </mc:Choice>
                  <mc:Fallback>
                    <p:oleObj name="Equation" r:id="rId10" imgW="241300" imgH="228600" progId="Equation.3">
                      <p:embed/>
                      <p:pic>
                        <p:nvPicPr>
                          <p:cNvPr id="7184" name="Object 41">
                            <a:extLst>
                              <a:ext uri="{FF2B5EF4-FFF2-40B4-BE49-F238E27FC236}">
                                <a16:creationId xmlns:a16="http://schemas.microsoft.com/office/drawing/2014/main" id="{6C1C47C7-8D8B-B3F0-9F39-D893AD2782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2" y="3888"/>
                            <a:ext cx="26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7178" name="Picture 49">
            <a:extLst>
              <a:ext uri="{FF2B5EF4-FFF2-40B4-BE49-F238E27FC236}">
                <a16:creationId xmlns:a16="http://schemas.microsoft.com/office/drawing/2014/main" id="{CAE5D2D7-817B-0282-3E71-71C7ED1D8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457201"/>
            <a:ext cx="7778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  <p:bldP spid="616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Slide Number Placeholder 6">
            <a:extLst>
              <a:ext uri="{FF2B5EF4-FFF2-40B4-BE49-F238E27FC236}">
                <a16:creationId xmlns:a16="http://schemas.microsoft.com/office/drawing/2014/main" id="{5AAF903F-AE1A-C329-9FA1-22CF0A82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443176-F95E-47F0-8F8D-0B38942E1357}" type="slidenum">
              <a:rPr lang="ar-SA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1030" name="Rectangle 2">
            <a:extLst>
              <a:ext uri="{FF2B5EF4-FFF2-40B4-BE49-F238E27FC236}">
                <a16:creationId xmlns:a16="http://schemas.microsoft.com/office/drawing/2014/main" id="{E3B63952-A065-A002-8A5E-59945511E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819400"/>
            <a:ext cx="2895600" cy="3048000"/>
          </a:xfrm>
          <a:prstGeom prst="rect">
            <a:avLst/>
          </a:prstGeom>
          <a:solidFill>
            <a:schemeClr val="accent1">
              <a:alpha val="4313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FF"/>
                </a:solidFill>
              </a:rPr>
              <a:t>Partial Derivatives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 i="1">
                <a:latin typeface="Times" panose="02020603050405020304" pitchFamily="18" charset="0"/>
              </a:rPr>
              <a:t>u</a:t>
            </a:r>
            <a:r>
              <a:rPr lang="en-US" altLang="en-US"/>
              <a:t> is a function of </a:t>
            </a:r>
          </a:p>
          <a:p>
            <a:pPr algn="ctr" eaLnBrk="1" hangingPunct="1"/>
            <a:r>
              <a:rPr lang="en-US" altLang="en-US"/>
              <a:t>more than one </a:t>
            </a:r>
          </a:p>
          <a:p>
            <a:pPr algn="ctr" eaLnBrk="1" hangingPunct="1"/>
            <a:r>
              <a:rPr lang="en-US" altLang="en-US"/>
              <a:t>independent variable</a:t>
            </a: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B2FBDE0C-72D9-7B34-569F-D2C755675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819400"/>
            <a:ext cx="2895600" cy="3048000"/>
          </a:xfrm>
          <a:prstGeom prst="rect">
            <a:avLst/>
          </a:prstGeom>
          <a:solidFill>
            <a:schemeClr val="accent1">
              <a:alpha val="4313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FF"/>
                </a:solidFill>
              </a:rPr>
              <a:t>Ordinary Derivatives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 b="1" i="1">
                <a:latin typeface="Times" panose="02020603050405020304" pitchFamily="18" charset="0"/>
              </a:rPr>
              <a:t>v</a:t>
            </a:r>
            <a:r>
              <a:rPr lang="en-US" altLang="en-US"/>
              <a:t> is a function of one </a:t>
            </a:r>
          </a:p>
          <a:p>
            <a:pPr algn="ctr" eaLnBrk="1" hangingPunct="1"/>
            <a:r>
              <a:rPr lang="en-US" altLang="en-US"/>
              <a:t>independent variable</a:t>
            </a:r>
          </a:p>
        </p:txBody>
      </p:sp>
      <p:sp>
        <p:nvSpPr>
          <p:cNvPr id="1032" name="Rectangle 4">
            <a:extLst>
              <a:ext uri="{FF2B5EF4-FFF2-40B4-BE49-F238E27FC236}">
                <a16:creationId xmlns:a16="http://schemas.microsoft.com/office/drawing/2014/main" id="{E0C11C03-277B-5E67-0C24-F1B95E9D8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6203" y="307975"/>
            <a:ext cx="7849519" cy="1139825"/>
          </a:xfrm>
        </p:spPr>
        <p:txBody>
          <a:bodyPr/>
          <a:lstStyle/>
          <a:p>
            <a:pPr eaLnBrk="1" hangingPunct="1"/>
            <a:r>
              <a:rPr lang="en-US" altLang="en-US" dirty="0"/>
              <a:t>Derivatives</a:t>
            </a:r>
            <a:r>
              <a:rPr lang="en-US" altLang="en-US" sz="4800" dirty="0"/>
              <a:t> </a:t>
            </a:r>
          </a:p>
        </p:txBody>
      </p:sp>
      <p:sp>
        <p:nvSpPr>
          <p:cNvPr id="1033" name="Rectangle 5">
            <a:extLst>
              <a:ext uri="{FF2B5EF4-FFF2-40B4-BE49-F238E27FC236}">
                <a16:creationId xmlns:a16="http://schemas.microsoft.com/office/drawing/2014/main" id="{62C9973D-DA0D-D74E-F631-863489222A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0" y="1752600"/>
            <a:ext cx="2590800" cy="609600"/>
          </a:xfrm>
          <a:solidFill>
            <a:srgbClr val="CCFFFF"/>
          </a:solidFill>
          <a:ln w="57150" cmpd="thinThick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</a:t>
            </a:r>
            <a:r>
              <a:rPr lang="en-US" altLang="en-US" sz="2400" b="1"/>
              <a:t>Derivatives</a:t>
            </a:r>
            <a:endParaRPr lang="en-US" altLang="en-US" sz="2000" b="1"/>
          </a:p>
        </p:txBody>
      </p:sp>
      <p:graphicFrame>
        <p:nvGraphicFramePr>
          <p:cNvPr id="1026" name="Object 6">
            <a:extLst>
              <a:ext uri="{FF2B5EF4-FFF2-40B4-BE49-F238E27FC236}">
                <a16:creationId xmlns:a16="http://schemas.microsoft.com/office/drawing/2014/main" id="{35EC7AB8-3746-8291-11BF-888F513376C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573463" y="3429000"/>
          <a:ext cx="79375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640" imgH="393480" progId="Equation.3">
                  <p:embed/>
                </p:oleObj>
              </mc:Choice>
              <mc:Fallback>
                <p:oleObj name="Equation" r:id="rId3" imgW="215640" imgH="393480" progId="Equation.3">
                  <p:embed/>
                  <p:pic>
                    <p:nvPicPr>
                      <p:cNvPr id="1026" name="Object 6">
                        <a:extLst>
                          <a:ext uri="{FF2B5EF4-FFF2-40B4-BE49-F238E27FC236}">
                            <a16:creationId xmlns:a16="http://schemas.microsoft.com/office/drawing/2014/main" id="{35EC7AB8-3746-8291-11BF-888F51337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3429000"/>
                        <a:ext cx="79375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34" name="AutoShape 7">
            <a:extLst>
              <a:ext uri="{FF2B5EF4-FFF2-40B4-BE49-F238E27FC236}">
                <a16:creationId xmlns:a16="http://schemas.microsoft.com/office/drawing/2014/main" id="{FB95368C-C45C-63BC-D6E9-0BA525DC67ED}"/>
              </a:ext>
            </a:extLst>
          </p:cNvPr>
          <p:cNvCxnSpPr>
            <a:cxnSpLocks noChangeShapeType="1"/>
            <a:stCxn id="1033" idx="2"/>
            <a:endCxn id="1031" idx="0"/>
          </p:cNvCxnSpPr>
          <p:nvPr/>
        </p:nvCxnSpPr>
        <p:spPr bwMode="auto">
          <a:xfrm rot="5400000">
            <a:off x="4738688" y="1690688"/>
            <a:ext cx="428625" cy="1828800"/>
          </a:xfrm>
          <a:prstGeom prst="bentConnector3">
            <a:avLst>
              <a:gd name="adj1" fmla="val 4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27" name="Object 8">
            <a:extLst>
              <a:ext uri="{FF2B5EF4-FFF2-40B4-BE49-F238E27FC236}">
                <a16:creationId xmlns:a16="http://schemas.microsoft.com/office/drawing/2014/main" id="{E1AB872A-C76E-6D9B-1951-5AAA3DEE9D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3429000"/>
          <a:ext cx="7889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" imgH="419040" progId="Equation.3">
                  <p:embed/>
                </p:oleObj>
              </mc:Choice>
              <mc:Fallback>
                <p:oleObj name="Equation" r:id="rId5" imgW="228600" imgH="419040" progId="Equation.3">
                  <p:embed/>
                  <p:pic>
                    <p:nvPicPr>
                      <p:cNvPr id="1027" name="Object 8">
                        <a:extLst>
                          <a:ext uri="{FF2B5EF4-FFF2-40B4-BE49-F238E27FC236}">
                            <a16:creationId xmlns:a16="http://schemas.microsoft.com/office/drawing/2014/main" id="{E1AB872A-C76E-6D9B-1951-5AAA3DEE9D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429000"/>
                        <a:ext cx="78898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35" name="AutoShape 9">
            <a:extLst>
              <a:ext uri="{FF2B5EF4-FFF2-40B4-BE49-F238E27FC236}">
                <a16:creationId xmlns:a16="http://schemas.microsoft.com/office/drawing/2014/main" id="{DC97D232-EB04-3BD9-9DFB-A621E8FBDD95}"/>
              </a:ext>
            </a:extLst>
          </p:cNvPr>
          <p:cNvCxnSpPr>
            <a:cxnSpLocks noChangeShapeType="1"/>
            <a:stCxn id="1033" idx="2"/>
            <a:endCxn id="1030" idx="0"/>
          </p:cNvCxnSpPr>
          <p:nvPr/>
        </p:nvCxnSpPr>
        <p:spPr bwMode="auto">
          <a:xfrm rot="16200000" flipH="1">
            <a:off x="6681788" y="1576388"/>
            <a:ext cx="428625" cy="2057400"/>
          </a:xfrm>
          <a:prstGeom prst="bentConnector3">
            <a:avLst>
              <a:gd name="adj1" fmla="val 4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Slide Number Placeholder 6">
            <a:extLst>
              <a:ext uri="{FF2B5EF4-FFF2-40B4-BE49-F238E27FC236}">
                <a16:creationId xmlns:a16="http://schemas.microsoft.com/office/drawing/2014/main" id="{11656A7E-2D1E-9A61-A943-8D668FF4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2F783BD-E13E-4109-90DC-27C390CABE6E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54" name="Rectangle 2">
            <a:extLst>
              <a:ext uri="{FF2B5EF4-FFF2-40B4-BE49-F238E27FC236}">
                <a16:creationId xmlns:a16="http://schemas.microsoft.com/office/drawing/2014/main" id="{3CF56CFD-AE6B-29CD-CDD6-BB5E8516E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819400"/>
            <a:ext cx="4191000" cy="3429000"/>
          </a:xfrm>
          <a:prstGeom prst="rect">
            <a:avLst/>
          </a:prstGeom>
          <a:solidFill>
            <a:schemeClr val="accent1">
              <a:alpha val="4313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FF"/>
                </a:solidFill>
              </a:rPr>
              <a:t>Partial Differential Equations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2000" b="1">
              <a:solidFill>
                <a:srgbClr val="0000FF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2000" b="1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2000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FF0000"/>
                </a:solidFill>
              </a:rPr>
              <a:t>involve one or more 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 u="sng">
                <a:solidFill>
                  <a:srgbClr val="FF0000"/>
                </a:solidFill>
              </a:rPr>
              <a:t>partial derivatives</a:t>
            </a:r>
            <a:r>
              <a:rPr lang="en-US" altLang="en-US" sz="2400">
                <a:solidFill>
                  <a:srgbClr val="FF0000"/>
                </a:solidFill>
              </a:rPr>
              <a:t> of 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FF0000"/>
                </a:solidFill>
              </a:rPr>
              <a:t>unknown functions</a:t>
            </a:r>
          </a:p>
        </p:txBody>
      </p:sp>
      <p:sp>
        <p:nvSpPr>
          <p:cNvPr id="2055" name="Rectangle 3">
            <a:extLst>
              <a:ext uri="{FF2B5EF4-FFF2-40B4-BE49-F238E27FC236}">
                <a16:creationId xmlns:a16="http://schemas.microsoft.com/office/drawing/2014/main" id="{A4F1B3D8-5BB7-F3DC-8873-74BEAC891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4114800" cy="3429000"/>
          </a:xfrm>
          <a:prstGeom prst="rect">
            <a:avLst/>
          </a:prstGeom>
          <a:solidFill>
            <a:schemeClr val="accent1">
              <a:alpha val="4313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FF"/>
                </a:solidFill>
              </a:rPr>
              <a:t>Ordinary Differential Equations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1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1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involve one or more </a:t>
            </a: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000" u="sng">
                <a:solidFill>
                  <a:srgbClr val="FF0000"/>
                </a:solidFill>
              </a:rPr>
              <a:t>Ordinary derivatives</a:t>
            </a:r>
            <a:r>
              <a:rPr lang="en-US" altLang="en-US" sz="2000">
                <a:solidFill>
                  <a:srgbClr val="FF0000"/>
                </a:solidFill>
              </a:rPr>
              <a:t> of </a:t>
            </a: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unknown functions</a:t>
            </a:r>
            <a:endParaRPr lang="en-US" altLang="en-US" sz="2000">
              <a:solidFill>
                <a:srgbClr val="000000"/>
              </a:solidFill>
            </a:endParaRPr>
          </a:p>
        </p:txBody>
      </p:sp>
      <p:sp>
        <p:nvSpPr>
          <p:cNvPr id="2056" name="Rectangle 4">
            <a:extLst>
              <a:ext uri="{FF2B5EF4-FFF2-40B4-BE49-F238E27FC236}">
                <a16:creationId xmlns:a16="http://schemas.microsoft.com/office/drawing/2014/main" id="{D3C99EAD-DCD1-D0E6-7554-C9931BE93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Differential Equations</a:t>
            </a:r>
            <a:r>
              <a:rPr lang="en-US" altLang="en-US" sz="4800"/>
              <a:t> </a:t>
            </a:r>
          </a:p>
        </p:txBody>
      </p:sp>
      <p:sp>
        <p:nvSpPr>
          <p:cNvPr id="2057" name="Rectangle 5">
            <a:extLst>
              <a:ext uri="{FF2B5EF4-FFF2-40B4-BE49-F238E27FC236}">
                <a16:creationId xmlns:a16="http://schemas.microsoft.com/office/drawing/2014/main" id="{073AC2F6-5BA8-1B95-58B4-00B1223A98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0" y="1524000"/>
            <a:ext cx="2590800" cy="838200"/>
          </a:xfrm>
          <a:solidFill>
            <a:srgbClr val="CCFFFF"/>
          </a:solidFill>
          <a:ln w="57150" cmpd="thinThick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/>
              <a:t>   </a:t>
            </a:r>
            <a:r>
              <a:rPr lang="en-US" altLang="en-US" sz="2400" b="1"/>
              <a:t>Differential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/>
              <a:t>Equations</a:t>
            </a:r>
            <a:endParaRPr lang="en-US" altLang="en-US" sz="2000" b="1"/>
          </a:p>
        </p:txBody>
      </p:sp>
      <p:graphicFrame>
        <p:nvGraphicFramePr>
          <p:cNvPr id="2050" name="Object 6">
            <a:extLst>
              <a:ext uri="{FF2B5EF4-FFF2-40B4-BE49-F238E27FC236}">
                <a16:creationId xmlns:a16="http://schemas.microsoft.com/office/drawing/2014/main" id="{F1BCE965-BF4F-118A-168D-6F02E678DC1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360614" y="3370264"/>
          <a:ext cx="2973387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419040" progId="Equation.3">
                  <p:embed/>
                </p:oleObj>
              </mc:Choice>
              <mc:Fallback>
                <p:oleObj name="Equation" r:id="rId3" imgW="812520" imgH="419040" progId="Equation.3">
                  <p:embed/>
                  <p:pic>
                    <p:nvPicPr>
                      <p:cNvPr id="2050" name="Object 6">
                        <a:extLst>
                          <a:ext uri="{FF2B5EF4-FFF2-40B4-BE49-F238E27FC236}">
                            <a16:creationId xmlns:a16="http://schemas.microsoft.com/office/drawing/2014/main" id="{F1BCE965-BF4F-118A-168D-6F02E678D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4" y="3370264"/>
                        <a:ext cx="2973387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58" name="AutoShape 7">
            <a:extLst>
              <a:ext uri="{FF2B5EF4-FFF2-40B4-BE49-F238E27FC236}">
                <a16:creationId xmlns:a16="http://schemas.microsoft.com/office/drawing/2014/main" id="{1AD26D32-7B3D-1173-3B34-E776FAF7A363}"/>
              </a:ext>
            </a:extLst>
          </p:cNvPr>
          <p:cNvCxnSpPr>
            <a:cxnSpLocks noChangeShapeType="1"/>
            <a:stCxn id="2057" idx="2"/>
            <a:endCxn id="2055" idx="0"/>
          </p:cNvCxnSpPr>
          <p:nvPr/>
        </p:nvCxnSpPr>
        <p:spPr bwMode="auto">
          <a:xfrm rot="5400000">
            <a:off x="4700588" y="1652588"/>
            <a:ext cx="428625" cy="1905000"/>
          </a:xfrm>
          <a:prstGeom prst="bentConnector3">
            <a:avLst>
              <a:gd name="adj1" fmla="val 4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051" name="Object 8">
            <a:extLst>
              <a:ext uri="{FF2B5EF4-FFF2-40B4-BE49-F238E27FC236}">
                <a16:creationId xmlns:a16="http://schemas.microsoft.com/office/drawing/2014/main" id="{B5CC14F5-B0C1-908A-7817-382B75FB0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3352801"/>
          <a:ext cx="3067050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444240" progId="Equation.3">
                  <p:embed/>
                </p:oleObj>
              </mc:Choice>
              <mc:Fallback>
                <p:oleObj name="Equation" r:id="rId5" imgW="888840" imgH="444240" progId="Equation.3">
                  <p:embed/>
                  <p:pic>
                    <p:nvPicPr>
                      <p:cNvPr id="2051" name="Object 8">
                        <a:extLst>
                          <a:ext uri="{FF2B5EF4-FFF2-40B4-BE49-F238E27FC236}">
                            <a16:creationId xmlns:a16="http://schemas.microsoft.com/office/drawing/2014/main" id="{B5CC14F5-B0C1-908A-7817-382B75FB0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352801"/>
                        <a:ext cx="3067050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59" name="AutoShape 9">
            <a:extLst>
              <a:ext uri="{FF2B5EF4-FFF2-40B4-BE49-F238E27FC236}">
                <a16:creationId xmlns:a16="http://schemas.microsoft.com/office/drawing/2014/main" id="{3B02036A-A1CC-75A9-5217-C7BC48A83CFB}"/>
              </a:ext>
            </a:extLst>
          </p:cNvPr>
          <p:cNvCxnSpPr>
            <a:cxnSpLocks noChangeShapeType="1"/>
            <a:stCxn id="2057" idx="2"/>
            <a:endCxn id="2054" idx="0"/>
          </p:cNvCxnSpPr>
          <p:nvPr/>
        </p:nvCxnSpPr>
        <p:spPr bwMode="auto">
          <a:xfrm rot="16200000" flipH="1">
            <a:off x="6853238" y="1404938"/>
            <a:ext cx="428625" cy="2400300"/>
          </a:xfrm>
          <a:prstGeom prst="bentConnector3">
            <a:avLst>
              <a:gd name="adj1" fmla="val 4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Date Placeholder 3">
            <a:extLst>
              <a:ext uri="{FF2B5EF4-FFF2-40B4-BE49-F238E27FC236}">
                <a16:creationId xmlns:a16="http://schemas.microsoft.com/office/drawing/2014/main" id="{C8C9717B-7D4F-A66A-7F07-64E982D6F7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3076" name="Slide Number Placeholder 5">
            <a:extLst>
              <a:ext uri="{FF2B5EF4-FFF2-40B4-BE49-F238E27FC236}">
                <a16:creationId xmlns:a16="http://schemas.microsoft.com/office/drawing/2014/main" id="{FB29D37A-06DD-7250-3EAD-2D4C2BF8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04B3031-76FF-4129-8A1D-C2B24D83C70C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6450" name="Rectangle 2">
            <a:extLst>
              <a:ext uri="{FF2B5EF4-FFF2-40B4-BE49-F238E27FC236}">
                <a16:creationId xmlns:a16="http://schemas.microsoft.com/office/drawing/2014/main" id="{54FA7B2E-05C4-8904-788C-4DF4875D3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Ordinary Differential Equations</a:t>
            </a:r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95F6A996-66C3-D458-2803-9B504E3C2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048000"/>
          <a:ext cx="4419600" cy="235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1041120" progId="Equation.3">
                  <p:embed/>
                </p:oleObj>
              </mc:Choice>
              <mc:Fallback>
                <p:oleObj name="Equation" r:id="rId3" imgW="1955520" imgH="1041120" progId="Equation.3">
                  <p:embed/>
                  <p:pic>
                    <p:nvPicPr>
                      <p:cNvPr id="3074" name="Object 3">
                        <a:extLst>
                          <a:ext uri="{FF2B5EF4-FFF2-40B4-BE49-F238E27FC236}">
                            <a16:creationId xmlns:a16="http://schemas.microsoft.com/office/drawing/2014/main" id="{95F6A996-66C3-D458-2803-9B504E3C2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048000"/>
                        <a:ext cx="4419600" cy="235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Text Box 4">
            <a:extLst>
              <a:ext uri="{FF2B5EF4-FFF2-40B4-BE49-F238E27FC236}">
                <a16:creationId xmlns:a16="http://schemas.microsoft.com/office/drawing/2014/main" id="{186E1353-FEB3-B593-80F9-55CA13A10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752601"/>
            <a:ext cx="8153400" cy="1200329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Ordinary Differential Equations (ODEs)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 involve one or more ordinary derivatives of unknown functions with respect to one independent variable</a:t>
            </a:r>
          </a:p>
        </p:txBody>
      </p:sp>
      <p:sp>
        <p:nvSpPr>
          <p:cNvPr id="616453" name="AutoShape 5">
            <a:extLst>
              <a:ext uri="{FF2B5EF4-FFF2-40B4-BE49-F238E27FC236}">
                <a16:creationId xmlns:a16="http://schemas.microsoft.com/office/drawing/2014/main" id="{597C4D5B-8EB4-64EE-C1A6-375BA2401405}"/>
              </a:ext>
            </a:extLst>
          </p:cNvPr>
          <p:cNvSpPr>
            <a:spLocks/>
          </p:cNvSpPr>
          <p:nvPr/>
        </p:nvSpPr>
        <p:spPr bwMode="auto">
          <a:xfrm>
            <a:off x="6324600" y="3810000"/>
            <a:ext cx="3048000" cy="381000"/>
          </a:xfrm>
          <a:prstGeom prst="borderCallout1">
            <a:avLst>
              <a:gd name="adj1" fmla="val 30000"/>
              <a:gd name="adj2" fmla="val -2500"/>
              <a:gd name="adj3" fmla="val 261667"/>
              <a:gd name="adj4" fmla="val -459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x(t): unknown function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6454" name="AutoShape 6">
            <a:extLst>
              <a:ext uri="{FF2B5EF4-FFF2-40B4-BE49-F238E27FC236}">
                <a16:creationId xmlns:a16="http://schemas.microsoft.com/office/drawing/2014/main" id="{15F53C74-EAD7-1845-E51F-5DC938E706E7}"/>
              </a:ext>
            </a:extLst>
          </p:cNvPr>
          <p:cNvSpPr>
            <a:spLocks/>
          </p:cNvSpPr>
          <p:nvPr/>
        </p:nvSpPr>
        <p:spPr bwMode="auto">
          <a:xfrm>
            <a:off x="6553200" y="5562600"/>
            <a:ext cx="2971800" cy="457200"/>
          </a:xfrm>
          <a:prstGeom prst="borderCallout2">
            <a:avLst>
              <a:gd name="adj1" fmla="val 25000"/>
              <a:gd name="adj2" fmla="val -2565"/>
              <a:gd name="adj3" fmla="val 25000"/>
              <a:gd name="adj4" fmla="val -41185"/>
              <a:gd name="adj5" fmla="val -61458"/>
              <a:gd name="adj6" fmla="val -81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t: independent 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6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6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53" grpId="0" animBg="1" autoUpdateAnimBg="0"/>
      <p:bldP spid="616454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Date Placeholder 3">
            <a:extLst>
              <a:ext uri="{FF2B5EF4-FFF2-40B4-BE49-F238E27FC236}">
                <a16:creationId xmlns:a16="http://schemas.microsoft.com/office/drawing/2014/main" id="{B40D687D-FADC-175C-FB0D-5F2BDFCD51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CISE301_Topic8L1</a:t>
            </a:r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93674EC6-9EB9-EB9D-98F8-EE63E5A6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D04F029-9024-43AF-B4A3-AB7E80533332}" type="slidenum">
              <a:rPr lang="ar-SA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626690" name="Oval 2">
            <a:extLst>
              <a:ext uri="{FF2B5EF4-FFF2-40B4-BE49-F238E27FC236}">
                <a16:creationId xmlns:a16="http://schemas.microsoft.com/office/drawing/2014/main" id="{1672B8CF-94EB-7A7F-561B-29C4D7BE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76800"/>
            <a:ext cx="1143000" cy="11430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6691" name="Oval 3">
            <a:extLst>
              <a:ext uri="{FF2B5EF4-FFF2-40B4-BE49-F238E27FC236}">
                <a16:creationId xmlns:a16="http://schemas.microsoft.com/office/drawing/2014/main" id="{3A612BAF-2587-F8A4-6961-8D7D1866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810000"/>
            <a:ext cx="1143000" cy="1066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6692" name="Oval 4">
            <a:extLst>
              <a:ext uri="{FF2B5EF4-FFF2-40B4-BE49-F238E27FC236}">
                <a16:creationId xmlns:a16="http://schemas.microsoft.com/office/drawing/2014/main" id="{1455FF47-8EC6-DDD2-1540-800EFDEE0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990600" cy="9906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6693" name="Rectangle 5">
            <a:extLst>
              <a:ext uri="{FF2B5EF4-FFF2-40B4-BE49-F238E27FC236}">
                <a16:creationId xmlns:a16="http://schemas.microsoft.com/office/drawing/2014/main" id="{C737E25A-16CD-5A72-ED90-88D47E8B8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Order of a Differential Equation</a:t>
            </a:r>
          </a:p>
        </p:txBody>
      </p:sp>
      <p:graphicFrame>
        <p:nvGraphicFramePr>
          <p:cNvPr id="8194" name="Object 6">
            <a:extLst>
              <a:ext uri="{FF2B5EF4-FFF2-40B4-BE49-F238E27FC236}">
                <a16:creationId xmlns:a16="http://schemas.microsoft.com/office/drawing/2014/main" id="{512A3383-8480-06DD-B5C6-A11C4198F6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438401"/>
          <a:ext cx="4724400" cy="363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4440" imgH="1574640" progId="Equation.3">
                  <p:embed/>
                </p:oleObj>
              </mc:Choice>
              <mc:Fallback>
                <p:oleObj name="Equation" r:id="rId3" imgW="2044440" imgH="1574640" progId="Equation.3">
                  <p:embed/>
                  <p:pic>
                    <p:nvPicPr>
                      <p:cNvPr id="8194" name="Object 6">
                        <a:extLst>
                          <a:ext uri="{FF2B5EF4-FFF2-40B4-BE49-F238E27FC236}">
                            <a16:creationId xmlns:a16="http://schemas.microsoft.com/office/drawing/2014/main" id="{512A3383-8480-06DD-B5C6-A11C4198F6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438401"/>
                        <a:ext cx="4724400" cy="363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7">
            <a:extLst>
              <a:ext uri="{FF2B5EF4-FFF2-40B4-BE49-F238E27FC236}">
                <a16:creationId xmlns:a16="http://schemas.microsoft.com/office/drawing/2014/main" id="{C1795734-5AA2-B388-B30F-C1F4EA29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24001"/>
            <a:ext cx="8153400" cy="830263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order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 of an ordinary differential equation is the order of the highest order derivative.</a:t>
            </a:r>
          </a:p>
        </p:txBody>
      </p:sp>
      <p:sp>
        <p:nvSpPr>
          <p:cNvPr id="626696" name="Text Box 8">
            <a:extLst>
              <a:ext uri="{FF2B5EF4-FFF2-40B4-BE49-F238E27FC236}">
                <a16:creationId xmlns:a16="http://schemas.microsoft.com/office/drawing/2014/main" id="{F6604489-4D5C-3A6A-A9EB-B9EE0DCBF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1910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Second order ODE</a:t>
            </a:r>
            <a:endParaRPr lang="en-US" altLang="en-US" sz="16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26697" name="Text Box 9">
            <a:extLst>
              <a:ext uri="{FF2B5EF4-FFF2-40B4-BE49-F238E27FC236}">
                <a16:creationId xmlns:a16="http://schemas.microsoft.com/office/drawing/2014/main" id="{585FCA86-FC9C-8ED3-8916-7AE2F8420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2004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First order ODE</a:t>
            </a:r>
          </a:p>
        </p:txBody>
      </p:sp>
      <p:sp>
        <p:nvSpPr>
          <p:cNvPr id="626698" name="Text Box 10">
            <a:extLst>
              <a:ext uri="{FF2B5EF4-FFF2-40B4-BE49-F238E27FC236}">
                <a16:creationId xmlns:a16="http://schemas.microsoft.com/office/drawing/2014/main" id="{DF295493-7C52-04FA-E924-2EC00409D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1816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Second order ODE</a:t>
            </a:r>
            <a:endParaRPr lang="en-US" altLang="en-US" sz="16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6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6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6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6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2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2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2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690" grpId="0" animBg="1"/>
      <p:bldP spid="626691" grpId="0" animBg="1"/>
      <p:bldP spid="626692" grpId="0" animBg="1"/>
      <p:bldP spid="626696" grpId="0" autoUpdateAnimBg="0"/>
      <p:bldP spid="626697" grpId="0" autoUpdateAnimBg="0"/>
      <p:bldP spid="62669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Date Placeholder 3">
            <a:extLst>
              <a:ext uri="{FF2B5EF4-FFF2-40B4-BE49-F238E27FC236}">
                <a16:creationId xmlns:a16="http://schemas.microsoft.com/office/drawing/2014/main" id="{0F4CDC2F-B2BB-2592-2345-54BF77025DE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3698EA45-9FD7-3D86-5CEA-162B00A5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B9F33E1-A644-4D23-9DA6-EC989F3DC8FE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0786" name="Rectangle 2">
            <a:extLst>
              <a:ext uri="{FF2B5EF4-FFF2-40B4-BE49-F238E27FC236}">
                <a16:creationId xmlns:a16="http://schemas.microsoft.com/office/drawing/2014/main" id="{F71F4158-D1F4-7CAF-D7AD-F30F8234A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Linear ODE</a:t>
            </a:r>
          </a:p>
        </p:txBody>
      </p:sp>
      <p:graphicFrame>
        <p:nvGraphicFramePr>
          <p:cNvPr id="10242" name="Object 3">
            <a:extLst>
              <a:ext uri="{FF2B5EF4-FFF2-40B4-BE49-F238E27FC236}">
                <a16:creationId xmlns:a16="http://schemas.microsoft.com/office/drawing/2014/main" id="{BB112277-0EE0-0FB6-B767-599D38DA4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7864" y="2895601"/>
          <a:ext cx="3989387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0000" imgH="1574640" progId="Equation.3">
                  <p:embed/>
                </p:oleObj>
              </mc:Choice>
              <mc:Fallback>
                <p:oleObj name="Equation" r:id="rId3" imgW="2070000" imgH="1574640" progId="Equation.3">
                  <p:embed/>
                  <p:pic>
                    <p:nvPicPr>
                      <p:cNvPr id="10242" name="Object 3">
                        <a:extLst>
                          <a:ext uri="{FF2B5EF4-FFF2-40B4-BE49-F238E27FC236}">
                            <a16:creationId xmlns:a16="http://schemas.microsoft.com/office/drawing/2014/main" id="{BB112277-0EE0-0FB6-B767-599D38DA47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4" y="2895601"/>
                        <a:ext cx="3989387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4">
            <a:extLst>
              <a:ext uri="{FF2B5EF4-FFF2-40B4-BE49-F238E27FC236}">
                <a16:creationId xmlns:a16="http://schemas.microsoft.com/office/drawing/2014/main" id="{DCEBC412-0121-ED75-4BC8-BD7CA0342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24000"/>
            <a:ext cx="8153400" cy="13716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An ODE is linear if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The unknown function and its derivatives appear to power one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No product of the unknown function and/or its derivatives</a:t>
            </a:r>
          </a:p>
        </p:txBody>
      </p:sp>
      <p:sp>
        <p:nvSpPr>
          <p:cNvPr id="630789" name="Text Box 5">
            <a:extLst>
              <a:ext uri="{FF2B5EF4-FFF2-40B4-BE49-F238E27FC236}">
                <a16:creationId xmlns:a16="http://schemas.microsoft.com/office/drawing/2014/main" id="{438AF2CE-DAFD-254B-B348-D8CDAFAFC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581400"/>
            <a:ext cx="3810000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3200">
                <a:solidFill>
                  <a:srgbClr val="FF0000"/>
                </a:solidFill>
                <a:latin typeface="Arial" panose="020B0604020202020204" pitchFamily="34" charset="0"/>
              </a:rPr>
              <a:t>Linear ODE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5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5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200">
                <a:solidFill>
                  <a:srgbClr val="FF0000"/>
                </a:solidFill>
              </a:rPr>
              <a:t>Linear ODE</a:t>
            </a: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3200">
                <a:solidFill>
                  <a:srgbClr val="FF0000"/>
                </a:solidFill>
              </a:rPr>
              <a:t>Non-linear ODE</a:t>
            </a:r>
          </a:p>
        </p:txBody>
      </p:sp>
      <p:sp>
        <p:nvSpPr>
          <p:cNvPr id="10248" name="AutoShape 6">
            <a:extLst>
              <a:ext uri="{FF2B5EF4-FFF2-40B4-BE49-F238E27FC236}">
                <a16:creationId xmlns:a16="http://schemas.microsoft.com/office/drawing/2014/main" id="{1873AF94-73FA-2213-9DC9-508EF3ED0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1816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49" name="AutoShape 7">
            <a:extLst>
              <a:ext uri="{FF2B5EF4-FFF2-40B4-BE49-F238E27FC236}">
                <a16:creationId xmlns:a16="http://schemas.microsoft.com/office/drawing/2014/main" id="{2E058CDA-E3F9-52BC-CF21-6E5F2BDB1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715000"/>
            <a:ext cx="152400" cy="381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8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Date Placeholder 3">
            <a:extLst>
              <a:ext uri="{FF2B5EF4-FFF2-40B4-BE49-F238E27FC236}">
                <a16:creationId xmlns:a16="http://schemas.microsoft.com/office/drawing/2014/main" id="{BCDEB662-11B9-DCEB-C120-C30F8B1180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11268" name="Slide Number Placeholder 5">
            <a:extLst>
              <a:ext uri="{FF2B5EF4-FFF2-40B4-BE49-F238E27FC236}">
                <a16:creationId xmlns:a16="http://schemas.microsoft.com/office/drawing/2014/main" id="{E6AB49E8-AE93-1861-78AB-9E9A1E690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DBE6A3C-2515-41D4-A8B7-77225ED64BCB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2834" name="Rectangle 2">
            <a:extLst>
              <a:ext uri="{FF2B5EF4-FFF2-40B4-BE49-F238E27FC236}">
                <a16:creationId xmlns:a16="http://schemas.microsoft.com/office/drawing/2014/main" id="{779568F8-5365-DBC3-CB66-8AE6DE936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Nonlinear ODE</a:t>
            </a:r>
          </a:p>
        </p:txBody>
      </p:sp>
      <p:graphicFrame>
        <p:nvGraphicFramePr>
          <p:cNvPr id="11266" name="Object 3">
            <a:extLst>
              <a:ext uri="{FF2B5EF4-FFF2-40B4-BE49-F238E27FC236}">
                <a16:creationId xmlns:a16="http://schemas.microsoft.com/office/drawing/2014/main" id="{02B7B737-A1E8-623B-CE02-CA104B66AD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750" y="2971801"/>
          <a:ext cx="3981450" cy="326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1498320" progId="Equation.3">
                  <p:embed/>
                </p:oleObj>
              </mc:Choice>
              <mc:Fallback>
                <p:oleObj name="Equation" r:id="rId3" imgW="1828800" imgH="1498320" progId="Equation.3">
                  <p:embed/>
                  <p:pic>
                    <p:nvPicPr>
                      <p:cNvPr id="11266" name="Object 3">
                        <a:extLst>
                          <a:ext uri="{FF2B5EF4-FFF2-40B4-BE49-F238E27FC236}">
                            <a16:creationId xmlns:a16="http://schemas.microsoft.com/office/drawing/2014/main" id="{02B7B737-A1E8-623B-CE02-CA104B66AD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2971801"/>
                        <a:ext cx="3981450" cy="326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 Box 4">
            <a:extLst>
              <a:ext uri="{FF2B5EF4-FFF2-40B4-BE49-F238E27FC236}">
                <a16:creationId xmlns:a16="http://schemas.microsoft.com/office/drawing/2014/main" id="{86865667-D9AA-46FA-8208-12C762CC6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24000"/>
            <a:ext cx="8153400" cy="13716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An ODE is linear if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The unknown function and its derivatives appear to power one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No product of the unknown function and/or its derivatives</a:t>
            </a:r>
          </a:p>
        </p:txBody>
      </p:sp>
      <p:sp>
        <p:nvSpPr>
          <p:cNvPr id="632837" name="Oval 5">
            <a:extLst>
              <a:ext uri="{FF2B5EF4-FFF2-40B4-BE49-F238E27FC236}">
                <a16:creationId xmlns:a16="http://schemas.microsoft.com/office/drawing/2014/main" id="{519A26DE-38FD-5851-A716-492008097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181600"/>
            <a:ext cx="1295400" cy="1219200"/>
          </a:xfrm>
          <a:prstGeom prst="ellipse">
            <a:avLst/>
          </a:prstGeom>
          <a:solidFill>
            <a:srgbClr val="FF0000">
              <a:alpha val="3411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2838" name="Oval 6">
            <a:extLst>
              <a:ext uri="{FF2B5EF4-FFF2-40B4-BE49-F238E27FC236}">
                <a16:creationId xmlns:a16="http://schemas.microsoft.com/office/drawing/2014/main" id="{BC130E84-EBF3-9EC6-7C99-5FCCBC6AC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267200"/>
            <a:ext cx="1676400" cy="990600"/>
          </a:xfrm>
          <a:prstGeom prst="ellipse">
            <a:avLst/>
          </a:prstGeom>
          <a:solidFill>
            <a:srgbClr val="FF0000">
              <a:alpha val="3411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2839" name="Oval 7">
            <a:extLst>
              <a:ext uri="{FF2B5EF4-FFF2-40B4-BE49-F238E27FC236}">
                <a16:creationId xmlns:a16="http://schemas.microsoft.com/office/drawing/2014/main" id="{2B1582C6-A901-14BF-A4CA-6A1F7EFA1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505200"/>
            <a:ext cx="1600200" cy="685800"/>
          </a:xfrm>
          <a:prstGeom prst="ellipse">
            <a:avLst/>
          </a:prstGeom>
          <a:solidFill>
            <a:srgbClr val="FF0000">
              <a:alpha val="3411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7" grpId="0" animBg="1"/>
      <p:bldP spid="632838" grpId="0" animBg="1"/>
      <p:bldP spid="6328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E6776065-62B3-4DCF-8FE7-30CEDA4AA1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12293" name="Slide Number Placeholder 5">
            <a:extLst>
              <a:ext uri="{FF2B5EF4-FFF2-40B4-BE49-F238E27FC236}">
                <a16:creationId xmlns:a16="http://schemas.microsoft.com/office/drawing/2014/main" id="{697F2C23-F946-5CA7-4AB9-ECBA0CDB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9FA9CAB-FCAE-41CC-B68D-F6B4CB882A7D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4882" name="Rectangle 2">
            <a:extLst>
              <a:ext uri="{FF2B5EF4-FFF2-40B4-BE49-F238E27FC236}">
                <a16:creationId xmlns:a16="http://schemas.microsoft.com/office/drawing/2014/main" id="{461BC81B-B03A-D364-CBC6-9C009264A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Solutions of Ordinary Differential Equations</a:t>
            </a:r>
          </a:p>
        </p:txBody>
      </p:sp>
      <p:graphicFrame>
        <p:nvGraphicFramePr>
          <p:cNvPr id="12290" name="Object 3">
            <a:extLst>
              <a:ext uri="{FF2B5EF4-FFF2-40B4-BE49-F238E27FC236}">
                <a16:creationId xmlns:a16="http://schemas.microsoft.com/office/drawing/2014/main" id="{4134B236-398A-8485-1534-B538356A01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1" y="1524000"/>
          <a:ext cx="4221163" cy="247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3880" imgH="863280" progId="Equation.3">
                  <p:embed/>
                </p:oleObj>
              </mc:Choice>
              <mc:Fallback>
                <p:oleObj name="Equation" r:id="rId3" imgW="1523880" imgH="863280" progId="Equation.3">
                  <p:embed/>
                  <p:pic>
                    <p:nvPicPr>
                      <p:cNvPr id="12290" name="Object 3">
                        <a:extLst>
                          <a:ext uri="{FF2B5EF4-FFF2-40B4-BE49-F238E27FC236}">
                            <a16:creationId xmlns:a16="http://schemas.microsoft.com/office/drawing/2014/main" id="{4134B236-398A-8485-1534-B538356A01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524000"/>
                        <a:ext cx="4221163" cy="247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884" name="Text Box 4">
            <a:extLst>
              <a:ext uri="{FF2B5EF4-FFF2-40B4-BE49-F238E27FC236}">
                <a16:creationId xmlns:a16="http://schemas.microsoft.com/office/drawing/2014/main" id="{7709563F-5AD4-D8EA-85A7-61F177E78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038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3200">
                <a:solidFill>
                  <a:srgbClr val="FF0000"/>
                </a:solidFill>
                <a:latin typeface="Arial" panose="020B0604020202020204" pitchFamily="34" charset="0"/>
              </a:rPr>
              <a:t>Is it unique?</a:t>
            </a:r>
          </a:p>
        </p:txBody>
      </p:sp>
      <p:graphicFrame>
        <p:nvGraphicFramePr>
          <p:cNvPr id="634885" name="Object 5">
            <a:extLst>
              <a:ext uri="{FF2B5EF4-FFF2-40B4-BE49-F238E27FC236}">
                <a16:creationId xmlns:a16="http://schemas.microsoft.com/office/drawing/2014/main" id="{CF70D4A0-6286-4314-0048-2ADB6C20F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6125" y="4792664"/>
          <a:ext cx="8466138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55800" imgH="431640" progId="Equation.3">
                  <p:embed/>
                </p:oleObj>
              </mc:Choice>
              <mc:Fallback>
                <p:oleObj name="Equation" r:id="rId5" imgW="2755800" imgH="431640" progId="Equation.3">
                  <p:embed/>
                  <p:pic>
                    <p:nvPicPr>
                      <p:cNvPr id="634885" name="Object 5">
                        <a:extLst>
                          <a:ext uri="{FF2B5EF4-FFF2-40B4-BE49-F238E27FC236}">
                            <a16:creationId xmlns:a16="http://schemas.microsoft.com/office/drawing/2014/main" id="{CF70D4A0-6286-4314-0048-2ADB6C20F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4792664"/>
                        <a:ext cx="8466138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886" name="Rectangle 6">
            <a:extLst>
              <a:ext uri="{FF2B5EF4-FFF2-40B4-BE49-F238E27FC236}">
                <a16:creationId xmlns:a16="http://schemas.microsoft.com/office/drawing/2014/main" id="{B1C83650-D7B5-5AB0-3F21-4B4931F34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648200"/>
            <a:ext cx="8382000" cy="1524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3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84" grpId="0" autoUpdateAnimBg="0"/>
      <p:bldP spid="63488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49A8405B-9BCE-F016-8C44-EFF0D068C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NZ" altLang="en-US"/>
              <a:t>Linearity - Examples</a:t>
            </a:r>
          </a:p>
        </p:txBody>
      </p:sp>
      <p:graphicFrame>
        <p:nvGraphicFramePr>
          <p:cNvPr id="11267" name="Object 4">
            <a:extLst>
              <a:ext uri="{FF2B5EF4-FFF2-40B4-BE49-F238E27FC236}">
                <a16:creationId xmlns:a16="http://schemas.microsoft.com/office/drawing/2014/main" id="{7E2B3FC3-32B6-A03C-D1FF-44B4CAB03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881188"/>
          <a:ext cx="137953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93700" progId="Equation.3">
                  <p:embed/>
                </p:oleObj>
              </mc:Choice>
              <mc:Fallback>
                <p:oleObj name="Equation" r:id="rId2" imgW="685800" imgH="393700" progId="Equation.3">
                  <p:embed/>
                  <p:pic>
                    <p:nvPicPr>
                      <p:cNvPr id="11267" name="Object 4">
                        <a:extLst>
                          <a:ext uri="{FF2B5EF4-FFF2-40B4-BE49-F238E27FC236}">
                            <a16:creationId xmlns:a16="http://schemas.microsoft.com/office/drawing/2014/main" id="{7E2B3FC3-32B6-A03C-D1FF-44B4CAB037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881188"/>
                        <a:ext cx="137953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4" name="Text Box 6">
            <a:extLst>
              <a:ext uri="{FF2B5EF4-FFF2-40B4-BE49-F238E27FC236}">
                <a16:creationId xmlns:a16="http://schemas.microsoft.com/office/drawing/2014/main" id="{BD65AB65-0524-DA8E-37AE-7A533D19C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98120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2800">
                <a:solidFill>
                  <a:srgbClr val="000000"/>
                </a:solidFill>
              </a:rPr>
              <a:t>is linear</a:t>
            </a:r>
          </a:p>
        </p:txBody>
      </p:sp>
      <p:sp>
        <p:nvSpPr>
          <p:cNvPr id="11269" name="Rectangle 8">
            <a:extLst>
              <a:ext uri="{FF2B5EF4-FFF2-40B4-BE49-F238E27FC236}">
                <a16:creationId xmlns:a16="http://schemas.microsoft.com/office/drawing/2014/main" id="{F24A82F0-E3AC-FB5A-3F37-2AB2999C7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049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35175" name="Object 7">
            <a:extLst>
              <a:ext uri="{FF2B5EF4-FFF2-40B4-BE49-F238E27FC236}">
                <a16:creationId xmlns:a16="http://schemas.microsoft.com/office/drawing/2014/main" id="{4D680ED2-7873-3666-2E69-2FF9733B1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2717800"/>
          <a:ext cx="15351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669" imgH="393529" progId="Equation.3">
                  <p:embed/>
                </p:oleObj>
              </mc:Choice>
              <mc:Fallback>
                <p:oleObj name="Equation" r:id="rId4" imgW="761669" imgH="393529" progId="Equation.3">
                  <p:embed/>
                  <p:pic>
                    <p:nvPicPr>
                      <p:cNvPr id="135175" name="Object 7">
                        <a:extLst>
                          <a:ext uri="{FF2B5EF4-FFF2-40B4-BE49-F238E27FC236}">
                            <a16:creationId xmlns:a16="http://schemas.microsoft.com/office/drawing/2014/main" id="{4D680ED2-7873-3666-2E69-2FF9733B11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2717800"/>
                        <a:ext cx="15351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7" name="Text Box 9">
            <a:extLst>
              <a:ext uri="{FF2B5EF4-FFF2-40B4-BE49-F238E27FC236}">
                <a16:creationId xmlns:a16="http://schemas.microsoft.com/office/drawing/2014/main" id="{190B8E31-0CEB-BD2D-0476-C73D6B4CC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81940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2800">
                <a:solidFill>
                  <a:srgbClr val="000000"/>
                </a:solidFill>
              </a:rPr>
              <a:t>is non-linear</a:t>
            </a:r>
          </a:p>
        </p:txBody>
      </p:sp>
      <p:sp>
        <p:nvSpPr>
          <p:cNvPr id="11272" name="Rectangle 11">
            <a:extLst>
              <a:ext uri="{FF2B5EF4-FFF2-40B4-BE49-F238E27FC236}">
                <a16:creationId xmlns:a16="http://schemas.microsoft.com/office/drawing/2014/main" id="{6CB35097-BE23-59FC-937B-F98707226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049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35178" name="Object 10">
            <a:extLst>
              <a:ext uri="{FF2B5EF4-FFF2-40B4-BE49-F238E27FC236}">
                <a16:creationId xmlns:a16="http://schemas.microsoft.com/office/drawing/2014/main" id="{745FCFC8-6C56-8EDC-8B22-E6883A0D8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632200"/>
          <a:ext cx="14081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197" imgH="393529" progId="Equation.3">
                  <p:embed/>
                </p:oleObj>
              </mc:Choice>
              <mc:Fallback>
                <p:oleObj name="Equation" r:id="rId6" imgW="698197" imgH="393529" progId="Equation.3">
                  <p:embed/>
                  <p:pic>
                    <p:nvPicPr>
                      <p:cNvPr id="135178" name="Object 10">
                        <a:extLst>
                          <a:ext uri="{FF2B5EF4-FFF2-40B4-BE49-F238E27FC236}">
                            <a16:creationId xmlns:a16="http://schemas.microsoft.com/office/drawing/2014/main" id="{745FCFC8-6C56-8EDC-8B22-E6883A0D8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632200"/>
                        <a:ext cx="14081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0" name="Text Box 12">
            <a:extLst>
              <a:ext uri="{FF2B5EF4-FFF2-40B4-BE49-F238E27FC236}">
                <a16:creationId xmlns:a16="http://schemas.microsoft.com/office/drawing/2014/main" id="{0C75DAC1-8DF0-C290-86C5-D2B346D39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748088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2800">
                <a:solidFill>
                  <a:srgbClr val="000000"/>
                </a:solidFill>
              </a:rPr>
              <a:t>is linear</a:t>
            </a:r>
          </a:p>
        </p:txBody>
      </p:sp>
      <p:sp>
        <p:nvSpPr>
          <p:cNvPr id="11275" name="Rectangle 14">
            <a:extLst>
              <a:ext uri="{FF2B5EF4-FFF2-40B4-BE49-F238E27FC236}">
                <a16:creationId xmlns:a16="http://schemas.microsoft.com/office/drawing/2014/main" id="{A21AE634-D3CC-CC75-47E1-F2E284C60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049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35181" name="Object 13">
            <a:extLst>
              <a:ext uri="{FF2B5EF4-FFF2-40B4-BE49-F238E27FC236}">
                <a16:creationId xmlns:a16="http://schemas.microsoft.com/office/drawing/2014/main" id="{B0419680-76DD-7329-B96E-8172927772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546600"/>
          <a:ext cx="16906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7836" imgH="393529" progId="Equation.3">
                  <p:embed/>
                </p:oleObj>
              </mc:Choice>
              <mc:Fallback>
                <p:oleObj name="Equation" r:id="rId8" imgW="837836" imgH="393529" progId="Equation.3">
                  <p:embed/>
                  <p:pic>
                    <p:nvPicPr>
                      <p:cNvPr id="135181" name="Object 13">
                        <a:extLst>
                          <a:ext uri="{FF2B5EF4-FFF2-40B4-BE49-F238E27FC236}">
                            <a16:creationId xmlns:a16="http://schemas.microsoft.com/office/drawing/2014/main" id="{B0419680-76DD-7329-B96E-8172927772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546600"/>
                        <a:ext cx="16906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3" name="Text Box 15">
            <a:extLst>
              <a:ext uri="{FF2B5EF4-FFF2-40B4-BE49-F238E27FC236}">
                <a16:creationId xmlns:a16="http://schemas.microsoft.com/office/drawing/2014/main" id="{737C6882-32A7-C5F1-DC56-46B62AB5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662488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2800">
                <a:solidFill>
                  <a:srgbClr val="000000"/>
                </a:solidFill>
              </a:rPr>
              <a:t>is non-linear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/>
      <p:bldP spid="135177" grpId="0"/>
      <p:bldP spid="135180" grpId="0"/>
      <p:bldP spid="1351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109BDEE3-A83D-1CB2-9A40-9E302F3BF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NZ" altLang="en-US"/>
              <a:t>Linearity – Summary</a:t>
            </a:r>
          </a:p>
        </p:txBody>
      </p:sp>
      <p:graphicFrame>
        <p:nvGraphicFramePr>
          <p:cNvPr id="136204" name="Object 12">
            <a:extLst>
              <a:ext uri="{FF2B5EF4-FFF2-40B4-BE49-F238E27FC236}">
                <a16:creationId xmlns:a16="http://schemas.microsoft.com/office/drawing/2014/main" id="{6A5C4BB0-3812-C5CF-1B78-1D08C10F70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667000"/>
          <a:ext cx="4381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713" imgH="203024" progId="Equation.3">
                  <p:embed/>
                </p:oleObj>
              </mc:Choice>
              <mc:Fallback>
                <p:oleObj name="Equation" r:id="rId2" imgW="215713" imgH="203024" progId="Equation.3">
                  <p:embed/>
                  <p:pic>
                    <p:nvPicPr>
                      <p:cNvPr id="136204" name="Object 12">
                        <a:extLst>
                          <a:ext uri="{FF2B5EF4-FFF2-40B4-BE49-F238E27FC236}">
                            <a16:creationId xmlns:a16="http://schemas.microsoft.com/office/drawing/2014/main" id="{6A5C4BB0-3812-C5CF-1B78-1D08C10F70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667000"/>
                        <a:ext cx="4381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1" name="Object 9">
            <a:extLst>
              <a:ext uri="{FF2B5EF4-FFF2-40B4-BE49-F238E27FC236}">
                <a16:creationId xmlns:a16="http://schemas.microsoft.com/office/drawing/2014/main" id="{E23635D2-91FE-73D8-3B92-4F52D8410F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3276600"/>
          <a:ext cx="4572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501" imgH="393529" progId="Equation.3">
                  <p:embed/>
                </p:oleObj>
              </mc:Choice>
              <mc:Fallback>
                <p:oleObj name="Equation" r:id="rId4" imgW="228501" imgH="393529" progId="Equation.3">
                  <p:embed/>
                  <p:pic>
                    <p:nvPicPr>
                      <p:cNvPr id="136201" name="Object 9">
                        <a:extLst>
                          <a:ext uri="{FF2B5EF4-FFF2-40B4-BE49-F238E27FC236}">
                            <a16:creationId xmlns:a16="http://schemas.microsoft.com/office/drawing/2014/main" id="{E23635D2-91FE-73D8-3B92-4F52D8410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276600"/>
                        <a:ext cx="4572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0" name="Object 8">
            <a:extLst>
              <a:ext uri="{FF2B5EF4-FFF2-40B4-BE49-F238E27FC236}">
                <a16:creationId xmlns:a16="http://schemas.microsoft.com/office/drawing/2014/main" id="{F4CD5F32-3A41-5838-5C4A-06F90392C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0025" y="3259138"/>
          <a:ext cx="6667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057" imgH="393529" progId="Equation.3">
                  <p:embed/>
                </p:oleObj>
              </mc:Choice>
              <mc:Fallback>
                <p:oleObj name="Equation" r:id="rId6" imgW="330057" imgH="393529" progId="Equation.3">
                  <p:embed/>
                  <p:pic>
                    <p:nvPicPr>
                      <p:cNvPr id="136200" name="Object 8">
                        <a:extLst>
                          <a:ext uri="{FF2B5EF4-FFF2-40B4-BE49-F238E27FC236}">
                            <a16:creationId xmlns:a16="http://schemas.microsoft.com/office/drawing/2014/main" id="{F4CD5F32-3A41-5838-5C4A-06F90392C2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25" y="3259138"/>
                        <a:ext cx="6667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9" name="Object 7">
            <a:extLst>
              <a:ext uri="{FF2B5EF4-FFF2-40B4-BE49-F238E27FC236}">
                <a16:creationId xmlns:a16="http://schemas.microsoft.com/office/drawing/2014/main" id="{FC67BDBF-17FF-039F-8151-0854B856D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929188"/>
          <a:ext cx="5937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73" imgH="393529" progId="Equation.3">
                  <p:embed/>
                </p:oleObj>
              </mc:Choice>
              <mc:Fallback>
                <p:oleObj name="Equation" r:id="rId8" imgW="291973" imgH="393529" progId="Equation.3">
                  <p:embed/>
                  <p:pic>
                    <p:nvPicPr>
                      <p:cNvPr id="136199" name="Object 7">
                        <a:extLst>
                          <a:ext uri="{FF2B5EF4-FFF2-40B4-BE49-F238E27FC236}">
                            <a16:creationId xmlns:a16="http://schemas.microsoft.com/office/drawing/2014/main" id="{FC67BDBF-17FF-039F-8151-0854B856D6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929188"/>
                        <a:ext cx="5937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8" name="Object 6">
            <a:extLst>
              <a:ext uri="{FF2B5EF4-FFF2-40B4-BE49-F238E27FC236}">
                <a16:creationId xmlns:a16="http://schemas.microsoft.com/office/drawing/2014/main" id="{C9E63C0A-17D0-D612-DE0D-636093019C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4843464"/>
          <a:ext cx="8509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136198" name="Object 6">
                        <a:extLst>
                          <a:ext uri="{FF2B5EF4-FFF2-40B4-BE49-F238E27FC236}">
                            <a16:creationId xmlns:a16="http://schemas.microsoft.com/office/drawing/2014/main" id="{C9E63C0A-17D0-D612-DE0D-636093019C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843464"/>
                        <a:ext cx="8509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7" name="Object 5">
            <a:extLst>
              <a:ext uri="{FF2B5EF4-FFF2-40B4-BE49-F238E27FC236}">
                <a16:creationId xmlns:a16="http://schemas.microsoft.com/office/drawing/2014/main" id="{13D765FC-6900-8C95-8837-9E5BF33907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4398964"/>
          <a:ext cx="160813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9753" imgH="203112" progId="Equation.3">
                  <p:embed/>
                </p:oleObj>
              </mc:Choice>
              <mc:Fallback>
                <p:oleObj name="Equation" r:id="rId12" imgW="799753" imgH="203112" progId="Equation.3">
                  <p:embed/>
                  <p:pic>
                    <p:nvPicPr>
                      <p:cNvPr id="136197" name="Object 5">
                        <a:extLst>
                          <a:ext uri="{FF2B5EF4-FFF2-40B4-BE49-F238E27FC236}">
                            <a16:creationId xmlns:a16="http://schemas.microsoft.com/office/drawing/2014/main" id="{13D765FC-6900-8C95-8837-9E5BF3390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398964"/>
                        <a:ext cx="160813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6" name="Object 4">
            <a:extLst>
              <a:ext uri="{FF2B5EF4-FFF2-40B4-BE49-F238E27FC236}">
                <a16:creationId xmlns:a16="http://schemas.microsoft.com/office/drawing/2014/main" id="{C3A9325D-9689-EACD-AFB1-EAAFE5727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1" y="4343400"/>
          <a:ext cx="13890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500" imgH="228600" progId="Equation.3">
                  <p:embed/>
                </p:oleObj>
              </mc:Choice>
              <mc:Fallback>
                <p:oleObj name="Equation" r:id="rId14" imgW="698500" imgH="228600" progId="Equation.3">
                  <p:embed/>
                  <p:pic>
                    <p:nvPicPr>
                      <p:cNvPr id="136196" name="Object 4">
                        <a:extLst>
                          <a:ext uri="{FF2B5EF4-FFF2-40B4-BE49-F238E27FC236}">
                            <a16:creationId xmlns:a16="http://schemas.microsoft.com/office/drawing/2014/main" id="{C3A9325D-9689-EACD-AFB1-EAAFE5727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4343400"/>
                        <a:ext cx="13890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54" name="Group 162">
            <a:extLst>
              <a:ext uri="{FF2B5EF4-FFF2-40B4-BE49-F238E27FC236}">
                <a16:creationId xmlns:a16="http://schemas.microsoft.com/office/drawing/2014/main" id="{34D06493-50DE-0EB9-B066-2532239157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05200" y="1828801"/>
          <a:ext cx="6400800" cy="403860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NZ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Linear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NZ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Non-linear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6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NZ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6313" name="Group 121">
            <a:extLst>
              <a:ext uri="{FF2B5EF4-FFF2-40B4-BE49-F238E27FC236}">
                <a16:creationId xmlns:a16="http://schemas.microsoft.com/office/drawing/2014/main" id="{3F27A97F-681C-193A-D39B-5C4841F8C99D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2570164"/>
            <a:ext cx="1993900" cy="477837"/>
            <a:chOff x="3648" y="864"/>
            <a:chExt cx="1256" cy="301"/>
          </a:xfrm>
        </p:grpSpPr>
        <p:graphicFrame>
          <p:nvGraphicFramePr>
            <p:cNvPr id="12320" name="Object 11">
              <a:extLst>
                <a:ext uri="{FF2B5EF4-FFF2-40B4-BE49-F238E27FC236}">
                  <a16:creationId xmlns:a16="http://schemas.microsoft.com/office/drawing/2014/main" id="{67E95AC4-3732-2656-F437-58B21FE594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864"/>
            <a:ext cx="242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500" imgH="228600" progId="Equation.3">
                    <p:embed/>
                  </p:oleObj>
                </mc:Choice>
                <mc:Fallback>
                  <p:oleObj name="Equation" r:id="rId16" imgW="190500" imgH="228600" progId="Equation.3">
                    <p:embed/>
                    <p:pic>
                      <p:nvPicPr>
                        <p:cNvPr id="12320" name="Object 11">
                          <a:extLst>
                            <a:ext uri="{FF2B5EF4-FFF2-40B4-BE49-F238E27FC236}">
                              <a16:creationId xmlns:a16="http://schemas.microsoft.com/office/drawing/2014/main" id="{67E95AC4-3732-2656-F437-58B21FE594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864"/>
                          <a:ext cx="242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1" name="Object 10">
              <a:extLst>
                <a:ext uri="{FF2B5EF4-FFF2-40B4-BE49-F238E27FC236}">
                  <a16:creationId xmlns:a16="http://schemas.microsoft.com/office/drawing/2014/main" id="{D7D996CD-9024-AF62-CD32-17C3553844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4" y="912"/>
            <a:ext cx="53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18918" imgH="203112" progId="Equation.3">
                    <p:embed/>
                  </p:oleObj>
                </mc:Choice>
                <mc:Fallback>
                  <p:oleObj name="Equation" r:id="rId18" imgW="418918" imgH="203112" progId="Equation.3">
                    <p:embed/>
                    <p:pic>
                      <p:nvPicPr>
                        <p:cNvPr id="12321" name="Object 10">
                          <a:extLst>
                            <a:ext uri="{FF2B5EF4-FFF2-40B4-BE49-F238E27FC236}">
                              <a16:creationId xmlns:a16="http://schemas.microsoft.com/office/drawing/2014/main" id="{D7D996CD-9024-AF62-CD32-17C3553844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4" y="912"/>
                          <a:ext cx="530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2" name="Text Box 120">
              <a:extLst>
                <a:ext uri="{FF2B5EF4-FFF2-40B4-BE49-F238E27FC236}">
                  <a16:creationId xmlns:a16="http://schemas.microsoft.com/office/drawing/2014/main" id="{EA1BCAB1-0630-DDDF-6D89-F563F0804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0" y="91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NZ" altLang="en-US" sz="1800">
                  <a:solidFill>
                    <a:srgbClr val="000000"/>
                  </a:solidFill>
                </a:rPr>
                <a:t>or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15BA9CFB-F21C-7E9A-FB15-9C266B7BC3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NZ" altLang="en-US"/>
              <a:t>Linearity – Special Property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B0781C5-9141-3071-AA41-BBCEA14C0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0400" y="1600200"/>
            <a:ext cx="71628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NZ" altLang="en-US" sz="2800"/>
              <a:t>If a linear homogeneous ODE has solutions:</a:t>
            </a:r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D7FF6303-6D24-5290-88FA-AF2E2812F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3317" name="Rectangle 7">
            <a:extLst>
              <a:ext uri="{FF2B5EF4-FFF2-40B4-BE49-F238E27FC236}">
                <a16:creationId xmlns:a16="http://schemas.microsoft.com/office/drawing/2014/main" id="{1553C6C1-FE54-1FD1-F8FB-01D20ADA3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138256" name="Group 16">
            <a:extLst>
              <a:ext uri="{FF2B5EF4-FFF2-40B4-BE49-F238E27FC236}">
                <a16:creationId xmlns:a16="http://schemas.microsoft.com/office/drawing/2014/main" id="{B82A68C1-5DD6-7DDA-65D3-3EF35C4F0EB7}"/>
              </a:ext>
            </a:extLst>
          </p:cNvPr>
          <p:cNvGrpSpPr>
            <a:grpSpLocks/>
          </p:cNvGrpSpPr>
          <p:nvPr/>
        </p:nvGrpSpPr>
        <p:grpSpPr bwMode="auto">
          <a:xfrm>
            <a:off x="4979988" y="2438401"/>
            <a:ext cx="3325812" cy="519113"/>
            <a:chOff x="2177" y="1536"/>
            <a:chExt cx="2095" cy="327"/>
          </a:xfrm>
        </p:grpSpPr>
        <p:graphicFrame>
          <p:nvGraphicFramePr>
            <p:cNvPr id="13326" name="Object 4">
              <a:extLst>
                <a:ext uri="{FF2B5EF4-FFF2-40B4-BE49-F238E27FC236}">
                  <a16:creationId xmlns:a16="http://schemas.microsoft.com/office/drawing/2014/main" id="{46FAC366-EEFC-75E3-9C7D-C60A7939C8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77" y="1575"/>
            <a:ext cx="71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58558" imgH="203112" progId="Equation.3">
                    <p:embed/>
                  </p:oleObj>
                </mc:Choice>
                <mc:Fallback>
                  <p:oleObj name="Equation" r:id="rId2" imgW="558558" imgH="203112" progId="Equation.3">
                    <p:embed/>
                    <p:pic>
                      <p:nvPicPr>
                        <p:cNvPr id="13326" name="Object 4">
                          <a:extLst>
                            <a:ext uri="{FF2B5EF4-FFF2-40B4-BE49-F238E27FC236}">
                              <a16:creationId xmlns:a16="http://schemas.microsoft.com/office/drawing/2014/main" id="{46FAC366-EEFC-75E3-9C7D-C60A7939C8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1575"/>
                          <a:ext cx="714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6">
              <a:extLst>
                <a:ext uri="{FF2B5EF4-FFF2-40B4-BE49-F238E27FC236}">
                  <a16:creationId xmlns:a16="http://schemas.microsoft.com/office/drawing/2014/main" id="{C12BE97A-C161-0930-9815-17F32BE6EE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7" y="1575"/>
            <a:ext cx="685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45626" imgH="203024" progId="Equation.3">
                    <p:embed/>
                  </p:oleObj>
                </mc:Choice>
                <mc:Fallback>
                  <p:oleObj name="Equation" r:id="rId4" imgW="545626" imgH="203024" progId="Equation.3">
                    <p:embed/>
                    <p:pic>
                      <p:nvPicPr>
                        <p:cNvPr id="13327" name="Object 6">
                          <a:extLst>
                            <a:ext uri="{FF2B5EF4-FFF2-40B4-BE49-F238E27FC236}">
                              <a16:creationId xmlns:a16="http://schemas.microsoft.com/office/drawing/2014/main" id="{C12BE97A-C161-0930-9815-17F32BE6EE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7" y="1575"/>
                          <a:ext cx="685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Text Box 8">
              <a:extLst>
                <a:ext uri="{FF2B5EF4-FFF2-40B4-BE49-F238E27FC236}">
                  <a16:creationId xmlns:a16="http://schemas.microsoft.com/office/drawing/2014/main" id="{D61A8B3A-B0BC-790F-2DB1-B8C9A6A4C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3" y="1536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NZ" altLang="en-US" sz="2800">
                  <a:solidFill>
                    <a:srgbClr val="000000"/>
                  </a:solidFill>
                </a:rPr>
                <a:t>and</a:t>
              </a:r>
            </a:p>
          </p:txBody>
        </p:sp>
      </p:grpSp>
      <p:sp>
        <p:nvSpPr>
          <p:cNvPr id="13319" name="Rectangle 11">
            <a:extLst>
              <a:ext uri="{FF2B5EF4-FFF2-40B4-BE49-F238E27FC236}">
                <a16:creationId xmlns:a16="http://schemas.microsoft.com/office/drawing/2014/main" id="{DDE6FE49-C749-EDE9-E35B-DCFB0D140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138257" name="Group 17">
            <a:extLst>
              <a:ext uri="{FF2B5EF4-FFF2-40B4-BE49-F238E27FC236}">
                <a16:creationId xmlns:a16="http://schemas.microsoft.com/office/drawing/2014/main" id="{A9590398-806B-9AE8-3008-0EC59E911DDD}"/>
              </a:ext>
            </a:extLst>
          </p:cNvPr>
          <p:cNvGrpSpPr>
            <a:grpSpLocks/>
          </p:cNvGrpSpPr>
          <p:nvPr/>
        </p:nvGrpSpPr>
        <p:grpSpPr bwMode="auto">
          <a:xfrm>
            <a:off x="3971926" y="3154363"/>
            <a:ext cx="4867275" cy="1708150"/>
            <a:chOff x="1542" y="1987"/>
            <a:chExt cx="3066" cy="1076"/>
          </a:xfrm>
        </p:grpSpPr>
        <p:sp>
          <p:nvSpPr>
            <p:cNvPr id="13322" name="Text Box 9">
              <a:extLst>
                <a:ext uri="{FF2B5EF4-FFF2-40B4-BE49-F238E27FC236}">
                  <a16:creationId xmlns:a16="http://schemas.microsoft.com/office/drawing/2014/main" id="{D6D40284-1427-EF2D-491C-DB2666E5F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2" y="1987"/>
              <a:ext cx="1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NZ" altLang="en-US" sz="2800">
                  <a:solidFill>
                    <a:srgbClr val="000000"/>
                  </a:solidFill>
                </a:rPr>
                <a:t>then:</a:t>
              </a:r>
            </a:p>
          </p:txBody>
        </p:sp>
        <p:grpSp>
          <p:nvGrpSpPr>
            <p:cNvPr id="13323" name="Group 15">
              <a:extLst>
                <a:ext uri="{FF2B5EF4-FFF2-40B4-BE49-F238E27FC236}">
                  <a16:creationId xmlns:a16="http://schemas.microsoft.com/office/drawing/2014/main" id="{BAF15E80-FCB3-EEA7-4B30-E004DB75AE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7" y="2592"/>
              <a:ext cx="2451" cy="471"/>
              <a:chOff x="2157" y="2592"/>
              <a:chExt cx="2451" cy="471"/>
            </a:xfrm>
          </p:grpSpPr>
          <p:graphicFrame>
            <p:nvGraphicFramePr>
              <p:cNvPr id="13324" name="Object 10">
                <a:extLst>
                  <a:ext uri="{FF2B5EF4-FFF2-40B4-BE49-F238E27FC236}">
                    <a16:creationId xmlns:a16="http://schemas.microsoft.com/office/drawing/2014/main" id="{C972317A-FD59-BD52-A0A6-861EF0A2E7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57" y="2592"/>
              <a:ext cx="1779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371600" imgH="203200" progId="Equation.3">
                      <p:embed/>
                    </p:oleObj>
                  </mc:Choice>
                  <mc:Fallback>
                    <p:oleObj name="Equation" r:id="rId6" imgW="1371600" imgH="203200" progId="Equation.3">
                      <p:embed/>
                      <p:pic>
                        <p:nvPicPr>
                          <p:cNvPr id="13324" name="Object 10">
                            <a:extLst>
                              <a:ext uri="{FF2B5EF4-FFF2-40B4-BE49-F238E27FC236}">
                                <a16:creationId xmlns:a16="http://schemas.microsoft.com/office/drawing/2014/main" id="{C972317A-FD59-BD52-A0A6-861EF0A2E78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57" y="2592"/>
                            <a:ext cx="1779" cy="2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25" name="Text Box 12">
                <a:extLst>
                  <a:ext uri="{FF2B5EF4-FFF2-40B4-BE49-F238E27FC236}">
                    <a16:creationId xmlns:a16="http://schemas.microsoft.com/office/drawing/2014/main" id="{2C59D419-5FB5-7AA2-3EAF-1758085300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832"/>
                <a:ext cx="220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NZ" altLang="en-US" sz="1800">
                    <a:solidFill>
                      <a:srgbClr val="000000"/>
                    </a:solidFill>
                  </a:rPr>
                  <a:t>where </a:t>
                </a:r>
                <a:r>
                  <a:rPr lang="en-NZ" altLang="en-US" sz="18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NZ" altLang="en-US" sz="1800">
                    <a:solidFill>
                      <a:srgbClr val="000000"/>
                    </a:solidFill>
                  </a:rPr>
                  <a:t> and </a:t>
                </a:r>
                <a:r>
                  <a:rPr lang="en-NZ" altLang="en-US" sz="18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NZ" altLang="en-US" sz="1800">
                    <a:solidFill>
                      <a:srgbClr val="000000"/>
                    </a:solidFill>
                  </a:rPr>
                  <a:t> are constants,</a:t>
                </a:r>
              </a:p>
            </p:txBody>
          </p:sp>
        </p:grpSp>
      </p:grpSp>
      <p:sp>
        <p:nvSpPr>
          <p:cNvPr id="138254" name="Text Box 14">
            <a:extLst>
              <a:ext uri="{FF2B5EF4-FFF2-40B4-BE49-F238E27FC236}">
                <a16:creationId xmlns:a16="http://schemas.microsoft.com/office/drawing/2014/main" id="{0BB4F4F5-5CA2-163D-BD1C-ACDC96D43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257801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2800">
                <a:solidFill>
                  <a:srgbClr val="000000"/>
                </a:solidFill>
              </a:rPr>
              <a:t>is also a solution.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01AFE00C-D225-5F2F-6415-C0BFE231C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NZ" altLang="en-US"/>
              <a:t>Linearity – Special Property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5E3871B-53DE-4556-50B1-286D55EA7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2400" y="1600200"/>
            <a:ext cx="64008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NZ" altLang="en-US"/>
              <a:t>Example: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6BE6D150-7330-6207-B99B-1A8DAF9B0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0347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DFF0F88D-7FC9-D56B-2F3B-3ABE5C7665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1" y="2128838"/>
          <a:ext cx="159067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400" imgH="419100" progId="Equation.3">
                  <p:embed/>
                </p:oleObj>
              </mc:Choice>
              <mc:Fallback>
                <p:oleObj name="Equation" r:id="rId2" imgW="787400" imgH="4191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DFF0F88D-7FC9-D56B-2F3B-3ABE5C7665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2128838"/>
                        <a:ext cx="1590675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7">
            <a:extLst>
              <a:ext uri="{FF2B5EF4-FFF2-40B4-BE49-F238E27FC236}">
                <a16:creationId xmlns:a16="http://schemas.microsoft.com/office/drawing/2014/main" id="{4B07A8AF-333E-EDF2-5F28-2758F0BB0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0347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39270" name="Object 6">
            <a:extLst>
              <a:ext uri="{FF2B5EF4-FFF2-40B4-BE49-F238E27FC236}">
                <a16:creationId xmlns:a16="http://schemas.microsoft.com/office/drawing/2014/main" id="{5597F72D-6D76-108F-3442-8CE5FC2CF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6688" y="2971800"/>
          <a:ext cx="42783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600" imgH="419100" progId="Equation.3">
                  <p:embed/>
                </p:oleObj>
              </mc:Choice>
              <mc:Fallback>
                <p:oleObj name="Equation" r:id="rId4" imgW="2133600" imgH="419100" progId="Equation.3">
                  <p:embed/>
                  <p:pic>
                    <p:nvPicPr>
                      <p:cNvPr id="139270" name="Object 6">
                        <a:extLst>
                          <a:ext uri="{FF2B5EF4-FFF2-40B4-BE49-F238E27FC236}">
                            <a16:creationId xmlns:a16="http://schemas.microsoft.com/office/drawing/2014/main" id="{5597F72D-6D76-108F-3442-8CE5FC2CF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688" y="2971800"/>
                        <a:ext cx="42783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9">
            <a:extLst>
              <a:ext uri="{FF2B5EF4-FFF2-40B4-BE49-F238E27FC236}">
                <a16:creationId xmlns:a16="http://schemas.microsoft.com/office/drawing/2014/main" id="{A8E69655-C922-7BB6-7C64-59DB98BE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0347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39272" name="Object 8">
            <a:extLst>
              <a:ext uri="{FF2B5EF4-FFF2-40B4-BE49-F238E27FC236}">
                <a16:creationId xmlns:a16="http://schemas.microsoft.com/office/drawing/2014/main" id="{088DB71C-48EC-3F46-A325-C7A572104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5575" y="3732214"/>
          <a:ext cx="44513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22500" imgH="419100" progId="Equation.3">
                  <p:embed/>
                </p:oleObj>
              </mc:Choice>
              <mc:Fallback>
                <p:oleObj name="Equation" r:id="rId6" imgW="2222500" imgH="419100" progId="Equation.3">
                  <p:embed/>
                  <p:pic>
                    <p:nvPicPr>
                      <p:cNvPr id="139272" name="Object 8">
                        <a:extLst>
                          <a:ext uri="{FF2B5EF4-FFF2-40B4-BE49-F238E27FC236}">
                            <a16:creationId xmlns:a16="http://schemas.microsoft.com/office/drawing/2014/main" id="{088DB71C-48EC-3F46-A325-C7A572104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75" y="3732214"/>
                        <a:ext cx="445135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1">
            <a:extLst>
              <a:ext uri="{FF2B5EF4-FFF2-40B4-BE49-F238E27FC236}">
                <a16:creationId xmlns:a16="http://schemas.microsoft.com/office/drawing/2014/main" id="{3A3BEE54-70A0-AC41-46E5-3C9AD8E15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2939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39274" name="Object 10">
            <a:extLst>
              <a:ext uri="{FF2B5EF4-FFF2-40B4-BE49-F238E27FC236}">
                <a16:creationId xmlns:a16="http://schemas.microsoft.com/office/drawing/2014/main" id="{D2AAC752-5DAA-A681-B740-40D53DF35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5334000"/>
          <a:ext cx="39497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200" imgH="609600" progId="Equation.3">
                  <p:embed/>
                </p:oleObj>
              </mc:Choice>
              <mc:Fallback>
                <p:oleObj name="Equation" r:id="rId8" imgW="1981200" imgH="609600" progId="Equation.3">
                  <p:embed/>
                  <p:pic>
                    <p:nvPicPr>
                      <p:cNvPr id="139274" name="Object 10">
                        <a:extLst>
                          <a:ext uri="{FF2B5EF4-FFF2-40B4-BE49-F238E27FC236}">
                            <a16:creationId xmlns:a16="http://schemas.microsoft.com/office/drawing/2014/main" id="{D2AAC752-5DAA-A681-B740-40D53DF35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334000"/>
                        <a:ext cx="394970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Rectangle 13">
            <a:extLst>
              <a:ext uri="{FF2B5EF4-FFF2-40B4-BE49-F238E27FC236}">
                <a16:creationId xmlns:a16="http://schemas.microsoft.com/office/drawing/2014/main" id="{ACAC4857-B6E3-06AE-86C6-8529B127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4349" name="Rectangle 15">
            <a:extLst>
              <a:ext uri="{FF2B5EF4-FFF2-40B4-BE49-F238E27FC236}">
                <a16:creationId xmlns:a16="http://schemas.microsoft.com/office/drawing/2014/main" id="{62988124-66F1-1B78-2FC0-B82FABA32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4350" name="Object 14">
            <a:extLst>
              <a:ext uri="{FF2B5EF4-FFF2-40B4-BE49-F238E27FC236}">
                <a16:creationId xmlns:a16="http://schemas.microsoft.com/office/drawing/2014/main" id="{9A0034B2-8C6F-ADD2-5452-6871D9A63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2381250"/>
          <a:ext cx="10874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626" imgH="203024" progId="Equation.3">
                  <p:embed/>
                </p:oleObj>
              </mc:Choice>
              <mc:Fallback>
                <p:oleObj name="Equation" r:id="rId10" imgW="545626" imgH="203024" progId="Equation.3">
                  <p:embed/>
                  <p:pic>
                    <p:nvPicPr>
                      <p:cNvPr id="14350" name="Object 14">
                        <a:extLst>
                          <a:ext uri="{FF2B5EF4-FFF2-40B4-BE49-F238E27FC236}">
                            <a16:creationId xmlns:a16="http://schemas.microsoft.com/office/drawing/2014/main" id="{9A0034B2-8C6F-ADD2-5452-6871D9A63B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381250"/>
                        <a:ext cx="108743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7">
            <a:extLst>
              <a:ext uri="{FF2B5EF4-FFF2-40B4-BE49-F238E27FC236}">
                <a16:creationId xmlns:a16="http://schemas.microsoft.com/office/drawing/2014/main" id="{E43DB311-6B74-C54A-5BD0-9DB5FBA7F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3153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4352" name="Object 16">
            <a:extLst>
              <a:ext uri="{FF2B5EF4-FFF2-40B4-BE49-F238E27FC236}">
                <a16:creationId xmlns:a16="http://schemas.microsoft.com/office/drawing/2014/main" id="{1A873B42-0848-085E-965D-74EBF415FD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43975" y="2435225"/>
          <a:ext cx="11239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004" imgH="177646" progId="Equation.3">
                  <p:embed/>
                </p:oleObj>
              </mc:Choice>
              <mc:Fallback>
                <p:oleObj name="Equation" r:id="rId12" imgW="571004" imgH="177646" progId="Equation.3">
                  <p:embed/>
                  <p:pic>
                    <p:nvPicPr>
                      <p:cNvPr id="14352" name="Object 16">
                        <a:extLst>
                          <a:ext uri="{FF2B5EF4-FFF2-40B4-BE49-F238E27FC236}">
                            <a16:creationId xmlns:a16="http://schemas.microsoft.com/office/drawing/2014/main" id="{1A873B42-0848-085E-965D-74EBF415FD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3975" y="2435225"/>
                        <a:ext cx="11239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Text Box 18">
            <a:extLst>
              <a:ext uri="{FF2B5EF4-FFF2-40B4-BE49-F238E27FC236}">
                <a16:creationId xmlns:a16="http://schemas.microsoft.com/office/drawing/2014/main" id="{C74C0051-DCCC-F1F0-6D41-6DE4FD205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381251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1800">
                <a:solidFill>
                  <a:srgbClr val="000000"/>
                </a:solidFill>
              </a:rPr>
              <a:t>has solutions</a:t>
            </a:r>
          </a:p>
        </p:txBody>
      </p:sp>
      <p:sp>
        <p:nvSpPr>
          <p:cNvPr id="14354" name="Text Box 19">
            <a:extLst>
              <a:ext uri="{FF2B5EF4-FFF2-40B4-BE49-F238E27FC236}">
                <a16:creationId xmlns:a16="http://schemas.microsoft.com/office/drawing/2014/main" id="{44D970D5-FC37-6C76-52DE-5965F3B1D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0100" y="2390776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1800">
                <a:solidFill>
                  <a:srgbClr val="000000"/>
                </a:solidFill>
              </a:rPr>
              <a:t>and</a:t>
            </a:r>
          </a:p>
        </p:txBody>
      </p:sp>
      <p:sp>
        <p:nvSpPr>
          <p:cNvPr id="139284" name="Text Box 20">
            <a:extLst>
              <a:ext uri="{FF2B5EF4-FFF2-40B4-BE49-F238E27FC236}">
                <a16:creationId xmlns:a16="http://schemas.microsoft.com/office/drawing/2014/main" id="{90B8CC1B-484C-9B6C-0323-8BA142F99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138488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1800">
                <a:solidFill>
                  <a:srgbClr val="000000"/>
                </a:solidFill>
              </a:rPr>
              <a:t>Check</a:t>
            </a:r>
          </a:p>
        </p:txBody>
      </p:sp>
      <p:grpSp>
        <p:nvGrpSpPr>
          <p:cNvPr id="139288" name="Group 24">
            <a:extLst>
              <a:ext uri="{FF2B5EF4-FFF2-40B4-BE49-F238E27FC236}">
                <a16:creationId xmlns:a16="http://schemas.microsoft.com/office/drawing/2014/main" id="{74E631E2-DD2E-8E42-612C-C3C27AD5B385}"/>
              </a:ext>
            </a:extLst>
          </p:cNvPr>
          <p:cNvGrpSpPr>
            <a:grpSpLocks/>
          </p:cNvGrpSpPr>
          <p:nvPr/>
        </p:nvGrpSpPr>
        <p:grpSpPr bwMode="auto">
          <a:xfrm>
            <a:off x="4191001" y="4724401"/>
            <a:ext cx="5984875" cy="411163"/>
            <a:chOff x="1684" y="2964"/>
            <a:chExt cx="3770" cy="259"/>
          </a:xfrm>
        </p:grpSpPr>
        <p:graphicFrame>
          <p:nvGraphicFramePr>
            <p:cNvPr id="14358" name="Object 12">
              <a:extLst>
                <a:ext uri="{FF2B5EF4-FFF2-40B4-BE49-F238E27FC236}">
                  <a16:creationId xmlns:a16="http://schemas.microsoft.com/office/drawing/2014/main" id="{AD607172-EADD-DEA7-5F74-814861A136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4" y="2964"/>
            <a:ext cx="124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965200" imgH="203200" progId="Equation.3">
                    <p:embed/>
                  </p:oleObj>
                </mc:Choice>
                <mc:Fallback>
                  <p:oleObj name="Equation" r:id="rId14" imgW="965200" imgH="203200" progId="Equation.3">
                    <p:embed/>
                    <p:pic>
                      <p:nvPicPr>
                        <p:cNvPr id="14358" name="Object 12">
                          <a:extLst>
                            <a:ext uri="{FF2B5EF4-FFF2-40B4-BE49-F238E27FC236}">
                              <a16:creationId xmlns:a16="http://schemas.microsoft.com/office/drawing/2014/main" id="{AD607172-EADD-DEA7-5F74-814861A136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2964"/>
                          <a:ext cx="124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9" name="Text Box 21">
              <a:extLst>
                <a:ext uri="{FF2B5EF4-FFF2-40B4-BE49-F238E27FC236}">
                  <a16:creationId xmlns:a16="http://schemas.microsoft.com/office/drawing/2014/main" id="{7A78ED89-9ABF-FDE4-5C03-C80BACF0A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" y="2976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NZ" altLang="en-US" sz="1800">
                  <a:solidFill>
                    <a:srgbClr val="000000"/>
                  </a:solidFill>
                </a:rPr>
                <a:t>Therefore</a:t>
              </a:r>
            </a:p>
          </p:txBody>
        </p:sp>
        <p:sp>
          <p:nvSpPr>
            <p:cNvPr id="14360" name="Text Box 22">
              <a:extLst>
                <a:ext uri="{FF2B5EF4-FFF2-40B4-BE49-F238E27FC236}">
                  <a16:creationId xmlns:a16="http://schemas.microsoft.com/office/drawing/2014/main" id="{C83557FF-62C4-4E2B-F42D-6F9B5281D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2979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NZ" altLang="en-US" sz="1800">
                  <a:solidFill>
                    <a:srgbClr val="000000"/>
                  </a:solidFill>
                </a:rPr>
                <a:t>is also a solution:</a:t>
              </a:r>
            </a:p>
          </p:txBody>
        </p:sp>
      </p:grpSp>
      <p:sp>
        <p:nvSpPr>
          <p:cNvPr id="139287" name="Text Box 23">
            <a:extLst>
              <a:ext uri="{FF2B5EF4-FFF2-40B4-BE49-F238E27FC236}">
                <a16:creationId xmlns:a16="http://schemas.microsoft.com/office/drawing/2014/main" id="{49B00268-FA40-3D6D-7392-34C1B66E8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486401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NZ" altLang="en-US" sz="1800">
                <a:solidFill>
                  <a:srgbClr val="000000"/>
                </a:solidFill>
              </a:rPr>
              <a:t>Check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84" grpId="0"/>
      <p:bldP spid="1392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B06F8037-B377-B067-3637-C87156DA4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/>
              <a:t> Example</a:t>
            </a:r>
            <a:endParaRPr lang="en-NZ" altLang="en-US" b="1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1A12029F-BB0F-32E6-EAEE-7B8C4D060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48400" y="1600200"/>
            <a:ext cx="3352800" cy="2743200"/>
          </a:xfrm>
        </p:spPr>
        <p:txBody>
          <a:bodyPr/>
          <a:lstStyle/>
          <a:p>
            <a:pPr eaLnBrk="1" hangingPunct="1"/>
            <a:r>
              <a:rPr lang="en-US" altLang="en-US" sz="2400"/>
              <a:t>1st order</a:t>
            </a:r>
          </a:p>
          <a:p>
            <a:pPr eaLnBrk="1" hangingPunct="1"/>
            <a:r>
              <a:rPr lang="en-US" altLang="en-US" sz="2400"/>
              <a:t>Linear</a:t>
            </a:r>
          </a:p>
          <a:p>
            <a:pPr eaLnBrk="1" hangingPunct="1"/>
            <a:r>
              <a:rPr lang="en-US" altLang="en-US" sz="2400"/>
              <a:t>Nonhomogeneous</a:t>
            </a:r>
          </a:p>
          <a:p>
            <a:pPr eaLnBrk="1" hangingPunct="1"/>
            <a:r>
              <a:rPr lang="en-US" altLang="en-US" sz="2400"/>
              <a:t>Initial value problem</a:t>
            </a:r>
            <a:endParaRPr lang="en-NZ" altLang="en-US" sz="2400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6184936-F3C8-E83F-A8A1-9CCAF0820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321945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31D81FED-B50E-4386-3AC4-AF523667F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16390" name="Group 16">
            <a:extLst>
              <a:ext uri="{FF2B5EF4-FFF2-40B4-BE49-F238E27FC236}">
                <a16:creationId xmlns:a16="http://schemas.microsoft.com/office/drawing/2014/main" id="{8985AFF4-DC8C-FA70-C577-7AE23D4EA9E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676401"/>
            <a:ext cx="1295400" cy="1660525"/>
            <a:chOff x="1536" y="1056"/>
            <a:chExt cx="816" cy="1046"/>
          </a:xfrm>
        </p:grpSpPr>
        <p:graphicFrame>
          <p:nvGraphicFramePr>
            <p:cNvPr id="16399" name="Object 4">
              <a:extLst>
                <a:ext uri="{FF2B5EF4-FFF2-40B4-BE49-F238E27FC236}">
                  <a16:creationId xmlns:a16="http://schemas.microsoft.com/office/drawing/2014/main" id="{D69ECD7B-1952-2EC5-5F03-1885FB12E0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1056"/>
            <a:ext cx="816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08000" imgH="419100" progId="Equation.3">
                    <p:embed/>
                  </p:oleObj>
                </mc:Choice>
                <mc:Fallback>
                  <p:oleObj r:id="rId2" imgW="508000" imgH="419100" progId="Equation.3">
                    <p:embed/>
                    <p:pic>
                      <p:nvPicPr>
                        <p:cNvPr id="16399" name="Object 4">
                          <a:extLst>
                            <a:ext uri="{FF2B5EF4-FFF2-40B4-BE49-F238E27FC236}">
                              <a16:creationId xmlns:a16="http://schemas.microsoft.com/office/drawing/2014/main" id="{D69ECD7B-1952-2EC5-5F03-1885FB12E0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056"/>
                          <a:ext cx="816" cy="6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0" name="Object 6">
              <a:extLst>
                <a:ext uri="{FF2B5EF4-FFF2-40B4-BE49-F238E27FC236}">
                  <a16:creationId xmlns:a16="http://schemas.microsoft.com/office/drawing/2014/main" id="{ECB15B09-D485-FC03-EDD8-D6C3AA24F6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1776"/>
            <a:ext cx="81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71252" imgH="228501" progId="Equation.3">
                    <p:embed/>
                  </p:oleObj>
                </mc:Choice>
                <mc:Fallback>
                  <p:oleObj r:id="rId4" imgW="571252" imgH="228501" progId="Equation.3">
                    <p:embed/>
                    <p:pic>
                      <p:nvPicPr>
                        <p:cNvPr id="16400" name="Object 6">
                          <a:extLst>
                            <a:ext uri="{FF2B5EF4-FFF2-40B4-BE49-F238E27FC236}">
                              <a16:creationId xmlns:a16="http://schemas.microsoft.com/office/drawing/2014/main" id="{ECB15B09-D485-FC03-EDD8-D6C3AA24F6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776"/>
                          <a:ext cx="81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345" name="Rectangle 9">
            <a:extLst>
              <a:ext uri="{FF2B5EF4-FFF2-40B4-BE49-F238E27FC236}">
                <a16:creationId xmlns:a16="http://schemas.microsoft.com/office/drawing/2014/main" id="{59AD4924-7F7B-3744-682B-BC3469F28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1" y="1676400"/>
            <a:ext cx="2619375" cy="1676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6392" name="Rectangle 11">
            <a:extLst>
              <a:ext uri="{FF2B5EF4-FFF2-40B4-BE49-F238E27FC236}">
                <a16:creationId xmlns:a16="http://schemas.microsoft.com/office/drawing/2014/main" id="{CB1AFB0A-B86D-143A-AA62-4654ACA0B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321945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6393" name="Rectangle 13">
            <a:extLst>
              <a:ext uri="{FF2B5EF4-FFF2-40B4-BE49-F238E27FC236}">
                <a16:creationId xmlns:a16="http://schemas.microsoft.com/office/drawing/2014/main" id="{EDBA0E80-8F51-0E68-0AC2-7EA50CEC3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900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142353" name="Group 17">
            <a:extLst>
              <a:ext uri="{FF2B5EF4-FFF2-40B4-BE49-F238E27FC236}">
                <a16:creationId xmlns:a16="http://schemas.microsoft.com/office/drawing/2014/main" id="{8AD008DD-01B7-1562-74B0-B34AAE2A8022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657600"/>
            <a:ext cx="1638300" cy="2457450"/>
            <a:chOff x="1488" y="2304"/>
            <a:chExt cx="1032" cy="1548"/>
          </a:xfrm>
        </p:grpSpPr>
        <p:graphicFrame>
          <p:nvGraphicFramePr>
            <p:cNvPr id="16397" name="Object 10">
              <a:extLst>
                <a:ext uri="{FF2B5EF4-FFF2-40B4-BE49-F238E27FC236}">
                  <a16:creationId xmlns:a16="http://schemas.microsoft.com/office/drawing/2014/main" id="{78D16FE2-4EC5-6317-73DE-495539A14E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8" y="2304"/>
            <a:ext cx="1032" cy="6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47700" imgH="419100" progId="Equation.3">
                    <p:embed/>
                  </p:oleObj>
                </mc:Choice>
                <mc:Fallback>
                  <p:oleObj r:id="rId6" imgW="647700" imgH="419100" progId="Equation.3">
                    <p:embed/>
                    <p:pic>
                      <p:nvPicPr>
                        <p:cNvPr id="16397" name="Object 10">
                          <a:extLst>
                            <a:ext uri="{FF2B5EF4-FFF2-40B4-BE49-F238E27FC236}">
                              <a16:creationId xmlns:a16="http://schemas.microsoft.com/office/drawing/2014/main" id="{78D16FE2-4EC5-6317-73DE-495539A14E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304"/>
                          <a:ext cx="1032" cy="6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8" name="Object 12">
              <a:extLst>
                <a:ext uri="{FF2B5EF4-FFF2-40B4-BE49-F238E27FC236}">
                  <a16:creationId xmlns:a16="http://schemas.microsoft.com/office/drawing/2014/main" id="{F1DD1004-E996-051F-3A6F-9CB0FC8BEA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3072"/>
            <a:ext cx="869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23586" imgH="660113" progId="Equation.3">
                    <p:embed/>
                  </p:oleObj>
                </mc:Choice>
                <mc:Fallback>
                  <p:oleObj name="Equation" r:id="rId8" imgW="723586" imgH="660113" progId="Equation.3">
                    <p:embed/>
                    <p:pic>
                      <p:nvPicPr>
                        <p:cNvPr id="16398" name="Object 12">
                          <a:extLst>
                            <a:ext uri="{FF2B5EF4-FFF2-40B4-BE49-F238E27FC236}">
                              <a16:creationId xmlns:a16="http://schemas.microsoft.com/office/drawing/2014/main" id="{F1DD1004-E996-051F-3A6F-9CB0FC8BEA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072"/>
                          <a:ext cx="869" cy="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350" name="Rectangle 14">
            <a:extLst>
              <a:ext uri="{FF2B5EF4-FFF2-40B4-BE49-F238E27FC236}">
                <a16:creationId xmlns:a16="http://schemas.microsoft.com/office/drawing/2014/main" id="{AF7CA816-09DF-2609-42B9-5D0D85F67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1" y="3581400"/>
            <a:ext cx="2619375" cy="25908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42351" name="Rectangle 15">
            <a:extLst>
              <a:ext uri="{FF2B5EF4-FFF2-40B4-BE49-F238E27FC236}">
                <a16:creationId xmlns:a16="http://schemas.microsoft.com/office/drawing/2014/main" id="{E1D239C1-0311-71EC-AD52-330C07E5F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81400"/>
            <a:ext cx="33528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2nd order</a:t>
            </a:r>
          </a:p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Linear</a:t>
            </a:r>
          </a:p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Nonhomogeneous</a:t>
            </a:r>
          </a:p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Boundary value problem</a:t>
            </a:r>
            <a:endParaRPr lang="en-NZ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autoUpdateAnimBg="0"/>
      <p:bldP spid="142351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1026">
            <a:extLst>
              <a:ext uri="{FF2B5EF4-FFF2-40B4-BE49-F238E27FC236}">
                <a16:creationId xmlns:a16="http://schemas.microsoft.com/office/drawing/2014/main" id="{1EE4E606-7540-A00E-747D-108503E6A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/>
              <a:t> Example</a:t>
            </a:r>
            <a:endParaRPr lang="en-NZ" altLang="en-US" b="1"/>
          </a:p>
        </p:txBody>
      </p:sp>
      <p:sp>
        <p:nvSpPr>
          <p:cNvPr id="184323" name="Rectangle 1027">
            <a:extLst>
              <a:ext uri="{FF2B5EF4-FFF2-40B4-BE49-F238E27FC236}">
                <a16:creationId xmlns:a16="http://schemas.microsoft.com/office/drawing/2014/main" id="{0680E990-5986-E8CD-D1E9-EA6906144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77000" y="1600200"/>
            <a:ext cx="3352800" cy="2743200"/>
          </a:xfrm>
        </p:spPr>
        <p:txBody>
          <a:bodyPr/>
          <a:lstStyle/>
          <a:p>
            <a:pPr eaLnBrk="1" hangingPunct="1"/>
            <a:r>
              <a:rPr lang="en-US" altLang="en-US" sz="2400"/>
              <a:t>2nd order</a:t>
            </a:r>
          </a:p>
          <a:p>
            <a:pPr eaLnBrk="1" hangingPunct="1"/>
            <a:r>
              <a:rPr lang="en-US" altLang="en-US" sz="2400"/>
              <a:t>Nonlinear</a:t>
            </a:r>
          </a:p>
          <a:p>
            <a:pPr eaLnBrk="1" hangingPunct="1"/>
            <a:r>
              <a:rPr lang="en-US" altLang="en-US" sz="2400"/>
              <a:t>Homogeneous</a:t>
            </a:r>
          </a:p>
          <a:p>
            <a:pPr eaLnBrk="1" hangingPunct="1"/>
            <a:r>
              <a:rPr lang="en-US" altLang="en-US" sz="2400"/>
              <a:t>Initial value problem</a:t>
            </a:r>
            <a:endParaRPr lang="en-NZ" altLang="en-US" sz="2400"/>
          </a:p>
        </p:txBody>
      </p:sp>
      <p:sp>
        <p:nvSpPr>
          <p:cNvPr id="17412" name="Rectangle 1028">
            <a:extLst>
              <a:ext uri="{FF2B5EF4-FFF2-40B4-BE49-F238E27FC236}">
                <a16:creationId xmlns:a16="http://schemas.microsoft.com/office/drawing/2014/main" id="{0C89A27E-DD5A-7564-DBC4-48CFDDF68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321945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7413" name="Rectangle 1029">
            <a:extLst>
              <a:ext uri="{FF2B5EF4-FFF2-40B4-BE49-F238E27FC236}">
                <a16:creationId xmlns:a16="http://schemas.microsoft.com/office/drawing/2014/main" id="{2F1C3301-66EF-4546-CAA2-3A36EB9E7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84329" name="Rectangle 1033">
            <a:extLst>
              <a:ext uri="{FF2B5EF4-FFF2-40B4-BE49-F238E27FC236}">
                <a16:creationId xmlns:a16="http://schemas.microsoft.com/office/drawing/2014/main" id="{C716C261-D772-CCE2-A35A-A6270621D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676400"/>
            <a:ext cx="2857500" cy="19812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7415" name="Rectangle 1034">
            <a:extLst>
              <a:ext uri="{FF2B5EF4-FFF2-40B4-BE49-F238E27FC236}">
                <a16:creationId xmlns:a16="http://schemas.microsoft.com/office/drawing/2014/main" id="{2FD1DD98-F878-1FE4-0C81-D33A71B54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321945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7416" name="Rectangle 1035">
            <a:extLst>
              <a:ext uri="{FF2B5EF4-FFF2-40B4-BE49-F238E27FC236}">
                <a16:creationId xmlns:a16="http://schemas.microsoft.com/office/drawing/2014/main" id="{2C4DF045-303E-741F-0477-3AEB5B31D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900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84335" name="Rectangle 1039">
            <a:extLst>
              <a:ext uri="{FF2B5EF4-FFF2-40B4-BE49-F238E27FC236}">
                <a16:creationId xmlns:a16="http://schemas.microsoft.com/office/drawing/2014/main" id="{A9DB2EF8-AB0F-218D-ECD3-035D35C72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038600"/>
            <a:ext cx="2857500" cy="19812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NZ" altLang="en-US" sz="1800">
              <a:solidFill>
                <a:srgbClr val="000000"/>
              </a:solidFill>
            </a:endParaRPr>
          </a:p>
        </p:txBody>
      </p:sp>
      <p:sp>
        <p:nvSpPr>
          <p:cNvPr id="184336" name="Rectangle 1040">
            <a:extLst>
              <a:ext uri="{FF2B5EF4-FFF2-40B4-BE49-F238E27FC236}">
                <a16:creationId xmlns:a16="http://schemas.microsoft.com/office/drawing/2014/main" id="{2C3826A9-9E1F-8087-9524-3DC00B085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962400"/>
            <a:ext cx="3352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2nd order</a:t>
            </a:r>
          </a:p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Linear</a:t>
            </a:r>
          </a:p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Homogeneous</a:t>
            </a:r>
          </a:p>
          <a:p>
            <a:pPr fontAlgn="base">
              <a:spcAft>
                <a:spcPct val="0"/>
              </a:spcAft>
              <a:buClr>
                <a:srgbClr val="E4005C"/>
              </a:buClr>
            </a:pPr>
            <a:r>
              <a:rPr lang="en-US" altLang="en-US" sz="2400">
                <a:solidFill>
                  <a:srgbClr val="000000"/>
                </a:solidFill>
              </a:rPr>
              <a:t>Initial value problem</a:t>
            </a:r>
            <a:endParaRPr lang="en-NZ" altLang="en-US" sz="2400">
              <a:solidFill>
                <a:srgbClr val="000000"/>
              </a:solidFill>
            </a:endParaRPr>
          </a:p>
        </p:txBody>
      </p:sp>
      <p:sp>
        <p:nvSpPr>
          <p:cNvPr id="17419" name="Rectangle 1042">
            <a:extLst>
              <a:ext uri="{FF2B5EF4-FFF2-40B4-BE49-F238E27FC236}">
                <a16:creationId xmlns:a16="http://schemas.microsoft.com/office/drawing/2014/main" id="{8512C8B2-6089-EB07-C60D-46F7A15E2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32337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7420" name="Rectangle 1044">
            <a:extLst>
              <a:ext uri="{FF2B5EF4-FFF2-40B4-BE49-F238E27FC236}">
                <a16:creationId xmlns:a16="http://schemas.microsoft.com/office/drawing/2014/main" id="{5885054B-07FA-D569-CA2A-358E03489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331946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7421" name="Rectangle 1048">
            <a:extLst>
              <a:ext uri="{FF2B5EF4-FFF2-40B4-BE49-F238E27FC236}">
                <a16:creationId xmlns:a16="http://schemas.microsoft.com/office/drawing/2014/main" id="{2C2DA269-2BA0-7C81-DB76-F0B264A8F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32337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17422" name="Group 1055">
            <a:extLst>
              <a:ext uri="{FF2B5EF4-FFF2-40B4-BE49-F238E27FC236}">
                <a16:creationId xmlns:a16="http://schemas.microsoft.com/office/drawing/2014/main" id="{37C06398-A827-6829-F188-7A2890F7DA4B}"/>
              </a:ext>
            </a:extLst>
          </p:cNvPr>
          <p:cNvGrpSpPr>
            <a:grpSpLocks/>
          </p:cNvGrpSpPr>
          <p:nvPr/>
        </p:nvGrpSpPr>
        <p:grpSpPr bwMode="auto">
          <a:xfrm>
            <a:off x="3867150" y="1752600"/>
            <a:ext cx="2590800" cy="1714500"/>
            <a:chOff x="1476" y="1104"/>
            <a:chExt cx="1632" cy="1080"/>
          </a:xfrm>
        </p:grpSpPr>
        <p:graphicFrame>
          <p:nvGraphicFramePr>
            <p:cNvPr id="17428" name="Object 1045">
              <a:extLst>
                <a:ext uri="{FF2B5EF4-FFF2-40B4-BE49-F238E27FC236}">
                  <a16:creationId xmlns:a16="http://schemas.microsoft.com/office/drawing/2014/main" id="{B1782508-C424-215B-AEE1-3BDDCA1FB5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6" y="1104"/>
            <a:ext cx="1632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80588" imgH="418918" progId="Equation.3">
                    <p:embed/>
                  </p:oleObj>
                </mc:Choice>
                <mc:Fallback>
                  <p:oleObj r:id="rId2" imgW="1180588" imgH="418918" progId="Equation.3">
                    <p:embed/>
                    <p:pic>
                      <p:nvPicPr>
                        <p:cNvPr id="17428" name="Object 1045">
                          <a:extLst>
                            <a:ext uri="{FF2B5EF4-FFF2-40B4-BE49-F238E27FC236}">
                              <a16:creationId xmlns:a16="http://schemas.microsoft.com/office/drawing/2014/main" id="{B1782508-C424-215B-AEE1-3BDDCA1FB5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" y="1104"/>
                          <a:ext cx="1632" cy="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9" name="Object 1047">
              <a:extLst>
                <a:ext uri="{FF2B5EF4-FFF2-40B4-BE49-F238E27FC236}">
                  <a16:creationId xmlns:a16="http://schemas.microsoft.com/office/drawing/2014/main" id="{90C746E7-3CC2-4E26-BA79-E11187AFB3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8" y="1776"/>
            <a:ext cx="148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22400" imgH="393700" progId="Equation.3">
                    <p:embed/>
                  </p:oleObj>
                </mc:Choice>
                <mc:Fallback>
                  <p:oleObj name="Equation" r:id="rId4" imgW="1422400" imgH="393700" progId="Equation.3">
                    <p:embed/>
                    <p:pic>
                      <p:nvPicPr>
                        <p:cNvPr id="17429" name="Object 1047">
                          <a:extLst>
                            <a:ext uri="{FF2B5EF4-FFF2-40B4-BE49-F238E27FC236}">
                              <a16:creationId xmlns:a16="http://schemas.microsoft.com/office/drawing/2014/main" id="{90C746E7-3CC2-4E26-BA79-E11187AFB3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8" y="1776"/>
                          <a:ext cx="1486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3" name="Rectangle 1051">
            <a:extLst>
              <a:ext uri="{FF2B5EF4-FFF2-40B4-BE49-F238E27FC236}">
                <a16:creationId xmlns:a16="http://schemas.microsoft.com/office/drawing/2014/main" id="{B8410A9B-8AB0-439F-4675-90D0377F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21945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7424" name="Rectangle 1053">
            <a:extLst>
              <a:ext uri="{FF2B5EF4-FFF2-40B4-BE49-F238E27FC236}">
                <a16:creationId xmlns:a16="http://schemas.microsoft.com/office/drawing/2014/main" id="{21FDE509-8D05-048E-A135-88021225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32337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grpSp>
        <p:nvGrpSpPr>
          <p:cNvPr id="184352" name="Group 1056">
            <a:extLst>
              <a:ext uri="{FF2B5EF4-FFF2-40B4-BE49-F238E27FC236}">
                <a16:creationId xmlns:a16="http://schemas.microsoft.com/office/drawing/2014/main" id="{8538784B-9AC2-238D-DEE4-B8B5C286460C}"/>
              </a:ext>
            </a:extLst>
          </p:cNvPr>
          <p:cNvGrpSpPr>
            <a:grpSpLocks/>
          </p:cNvGrpSpPr>
          <p:nvPr/>
        </p:nvGrpSpPr>
        <p:grpSpPr bwMode="auto">
          <a:xfrm>
            <a:off x="3965576" y="4191000"/>
            <a:ext cx="2359025" cy="1714500"/>
            <a:chOff x="1538" y="2640"/>
            <a:chExt cx="1486" cy="1080"/>
          </a:xfrm>
        </p:grpSpPr>
        <p:graphicFrame>
          <p:nvGraphicFramePr>
            <p:cNvPr id="17426" name="Object 1050">
              <a:extLst>
                <a:ext uri="{FF2B5EF4-FFF2-40B4-BE49-F238E27FC236}">
                  <a16:creationId xmlns:a16="http://schemas.microsoft.com/office/drawing/2014/main" id="{7D3B8C23-BFBC-1ED5-9F2B-D1FFE7BB88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640"/>
            <a:ext cx="129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952087" imgH="418918" progId="Equation.3">
                    <p:embed/>
                  </p:oleObj>
                </mc:Choice>
                <mc:Fallback>
                  <p:oleObj r:id="rId6" imgW="952087" imgH="418918" progId="Equation.3">
                    <p:embed/>
                    <p:pic>
                      <p:nvPicPr>
                        <p:cNvPr id="17426" name="Object 1050">
                          <a:extLst>
                            <a:ext uri="{FF2B5EF4-FFF2-40B4-BE49-F238E27FC236}">
                              <a16:creationId xmlns:a16="http://schemas.microsoft.com/office/drawing/2014/main" id="{7D3B8C23-BFBC-1ED5-9F2B-D1FFE7BB88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0"/>
                          <a:ext cx="129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7" name="Object 1054">
              <a:extLst>
                <a:ext uri="{FF2B5EF4-FFF2-40B4-BE49-F238E27FC236}">
                  <a16:creationId xmlns:a16="http://schemas.microsoft.com/office/drawing/2014/main" id="{5AC618B7-BB61-373C-C2BE-4A043F0234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8" y="3312"/>
            <a:ext cx="148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22400" imgH="393700" progId="Equation.3">
                    <p:embed/>
                  </p:oleObj>
                </mc:Choice>
                <mc:Fallback>
                  <p:oleObj name="Equation" r:id="rId4" imgW="1422400" imgH="393700" progId="Equation.3">
                    <p:embed/>
                    <p:pic>
                      <p:nvPicPr>
                        <p:cNvPr id="17427" name="Object 1054">
                          <a:extLst>
                            <a:ext uri="{FF2B5EF4-FFF2-40B4-BE49-F238E27FC236}">
                              <a16:creationId xmlns:a16="http://schemas.microsoft.com/office/drawing/2014/main" id="{5AC618B7-BB61-373C-C2BE-4A043F0234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8" y="3312"/>
                          <a:ext cx="1486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 autoUpdateAnimBg="0"/>
      <p:bldP spid="184335" grpId="0" animBg="1" autoUpdateAnimBg="0"/>
      <p:bldP spid="184336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559D060-6358-DEB9-868E-C77522684E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9221" name="Slide Number Placeholder 5">
            <a:extLst>
              <a:ext uri="{FF2B5EF4-FFF2-40B4-BE49-F238E27FC236}">
                <a16:creationId xmlns:a16="http://schemas.microsoft.com/office/drawing/2014/main" id="{FC86E748-7385-EB45-EB81-CA7DDEBE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CEA337B-587C-4B61-9177-B046C5694CE8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222" name="Text Box 2">
            <a:extLst>
              <a:ext uri="{FF2B5EF4-FFF2-40B4-BE49-F238E27FC236}">
                <a16:creationId xmlns:a16="http://schemas.microsoft.com/office/drawing/2014/main" id="{B758119F-B93B-B9D6-7827-12447F751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447801"/>
            <a:ext cx="8153400" cy="47089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5E0595"/>
                </a:solidFill>
                <a:latin typeface="Arial" panose="020B0604020202020204" pitchFamily="34" charset="0"/>
              </a:rPr>
              <a:t>A 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solution</a:t>
            </a:r>
            <a:r>
              <a:rPr lang="en-US" altLang="en-US" sz="2400">
                <a:solidFill>
                  <a:srgbClr val="5E0595"/>
                </a:solidFill>
                <a:latin typeface="Arial" panose="020B0604020202020204" pitchFamily="34" charset="0"/>
              </a:rPr>
              <a:t> to a differential equation is a function that satisfies the equation.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2400">
              <a:solidFill>
                <a:srgbClr val="5E0595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2400">
              <a:solidFill>
                <a:srgbClr val="5E0595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2400">
              <a:solidFill>
                <a:srgbClr val="5E0595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2400">
              <a:solidFill>
                <a:srgbClr val="5E0595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2400">
              <a:solidFill>
                <a:srgbClr val="5E0595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2400">
              <a:solidFill>
                <a:srgbClr val="5E0595"/>
              </a:solidFill>
              <a:latin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en-US" sz="2400">
              <a:solidFill>
                <a:srgbClr val="5E0595"/>
              </a:solidFill>
              <a:latin typeface="Arial" panose="020B0604020202020204" pitchFamily="34" charset="0"/>
            </a:endParaRPr>
          </a:p>
        </p:txBody>
      </p:sp>
      <p:sp>
        <p:nvSpPr>
          <p:cNvPr id="628739" name="Rectangle 3">
            <a:extLst>
              <a:ext uri="{FF2B5EF4-FFF2-40B4-BE49-F238E27FC236}">
                <a16:creationId xmlns:a16="http://schemas.microsoft.com/office/drawing/2014/main" id="{0336B0E4-608E-559F-E9E3-0852C52456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Solution of a Differential Equation</a:t>
            </a:r>
          </a:p>
        </p:txBody>
      </p:sp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43E9EFAE-0094-6F84-354E-DDAF1E695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438401"/>
          <a:ext cx="2590800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609480" progId="Equation.3">
                  <p:embed/>
                </p:oleObj>
              </mc:Choice>
              <mc:Fallback>
                <p:oleObj name="Equation" r:id="rId3" imgW="965160" imgH="609480" progId="Equation.3">
                  <p:embed/>
                  <p:pic>
                    <p:nvPicPr>
                      <p:cNvPr id="9218" name="Object 4">
                        <a:extLst>
                          <a:ext uri="{FF2B5EF4-FFF2-40B4-BE49-F238E27FC236}">
                            <a16:creationId xmlns:a16="http://schemas.microsoft.com/office/drawing/2014/main" id="{43E9EFAE-0094-6F84-354E-DDAF1E695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438401"/>
                        <a:ext cx="2590800" cy="163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5">
            <a:extLst>
              <a:ext uri="{FF2B5EF4-FFF2-40B4-BE49-F238E27FC236}">
                <a16:creationId xmlns:a16="http://schemas.microsoft.com/office/drawing/2014/main" id="{CCB58DF9-876B-8EF0-54C8-2FD9BC470D2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638800" y="2667000"/>
          <a:ext cx="4267200" cy="327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1295280" progId="Equation.3">
                  <p:embed/>
                </p:oleObj>
              </mc:Choice>
              <mc:Fallback>
                <p:oleObj name="Equation" r:id="rId5" imgW="1688760" imgH="1295280" progId="Equation.3">
                  <p:embed/>
                  <p:pic>
                    <p:nvPicPr>
                      <p:cNvPr id="9219" name="Object 5">
                        <a:extLst>
                          <a:ext uri="{FF2B5EF4-FFF2-40B4-BE49-F238E27FC236}">
                            <a16:creationId xmlns:a16="http://schemas.microsoft.com/office/drawing/2014/main" id="{CCB58DF9-876B-8EF0-54C8-2FD9BC470D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667000"/>
                        <a:ext cx="4267200" cy="327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Line 6">
            <a:extLst>
              <a:ext uri="{FF2B5EF4-FFF2-40B4-BE49-F238E27FC236}">
                <a16:creationId xmlns:a16="http://schemas.microsoft.com/office/drawing/2014/main" id="{D00F5B05-C47A-64A6-D1C4-4802BD03A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225" name="Rectangle 7">
            <a:extLst>
              <a:ext uri="{FF2B5EF4-FFF2-40B4-BE49-F238E27FC236}">
                <a16:creationId xmlns:a16="http://schemas.microsoft.com/office/drawing/2014/main" id="{DCDB693C-BBD2-51D8-E491-74A41C4A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514600"/>
            <a:ext cx="4572000" cy="3505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Date Placeholder 3">
            <a:extLst>
              <a:ext uri="{FF2B5EF4-FFF2-40B4-BE49-F238E27FC236}">
                <a16:creationId xmlns:a16="http://schemas.microsoft.com/office/drawing/2014/main" id="{0A6DC62A-D58D-4632-4A7D-97DA6566B8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13316" name="Slide Number Placeholder 5">
            <a:extLst>
              <a:ext uri="{FF2B5EF4-FFF2-40B4-BE49-F238E27FC236}">
                <a16:creationId xmlns:a16="http://schemas.microsoft.com/office/drawing/2014/main" id="{126B2753-F10B-D49A-2064-78297E7A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961D6C9-70FA-4027-BBD8-6E576CAB293A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6930" name="Rectangle 2">
            <a:extLst>
              <a:ext uri="{FF2B5EF4-FFF2-40B4-BE49-F238E27FC236}">
                <a16:creationId xmlns:a16="http://schemas.microsoft.com/office/drawing/2014/main" id="{C78708F9-A857-EF0D-F57A-4CEDE9E72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Uniqueness of a Solution</a:t>
            </a:r>
          </a:p>
        </p:txBody>
      </p:sp>
      <p:graphicFrame>
        <p:nvGraphicFramePr>
          <p:cNvPr id="13314" name="Object 3">
            <a:extLst>
              <a:ext uri="{FF2B5EF4-FFF2-40B4-BE49-F238E27FC236}">
                <a16:creationId xmlns:a16="http://schemas.microsoft.com/office/drawing/2014/main" id="{CF14C477-985C-3D30-DCFC-C6F24BEB68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3301" y="3092450"/>
          <a:ext cx="2936875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927000" progId="Equation.3">
                  <p:embed/>
                </p:oleObj>
              </mc:Choice>
              <mc:Fallback>
                <p:oleObj name="Equation" r:id="rId3" imgW="1168200" imgH="927000" progId="Equation.3">
                  <p:embed/>
                  <p:pic>
                    <p:nvPicPr>
                      <p:cNvPr id="13314" name="Object 3">
                        <a:extLst>
                          <a:ext uri="{FF2B5EF4-FFF2-40B4-BE49-F238E27FC236}">
                            <a16:creationId xmlns:a16="http://schemas.microsoft.com/office/drawing/2014/main" id="{CF14C477-985C-3D30-DCFC-C6F24BEB68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1" y="3092450"/>
                        <a:ext cx="2936875" cy="233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4">
            <a:extLst>
              <a:ext uri="{FF2B5EF4-FFF2-40B4-BE49-F238E27FC236}">
                <a16:creationId xmlns:a16="http://schemas.microsoft.com/office/drawing/2014/main" id="{398FE3B8-197C-CDCF-D926-3C6623E8B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752600"/>
            <a:ext cx="8001000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319" name="Text Box 5">
            <a:extLst>
              <a:ext uri="{FF2B5EF4-FFF2-40B4-BE49-F238E27FC236}">
                <a16:creationId xmlns:a16="http://schemas.microsoft.com/office/drawing/2014/main" id="{6B9DA357-8D90-3B55-C861-0D022BB84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52600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In order to uniquely specify a solution to an </a:t>
            </a:r>
            <a:r>
              <a:rPr lang="en-US" altLang="en-US" sz="2800" i="1">
                <a:solidFill>
                  <a:srgbClr val="999900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800" baseline="30000">
                <a:solidFill>
                  <a:srgbClr val="FF0000"/>
                </a:solidFill>
                <a:latin typeface="Arial" panose="020B0604020202020204" pitchFamily="34" charset="0"/>
              </a:rPr>
              <a:t>th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 order differential equation we need </a:t>
            </a:r>
            <a:r>
              <a:rPr lang="en-US" altLang="en-US" sz="2800" i="1">
                <a:solidFill>
                  <a:srgbClr val="999900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 conditions.</a:t>
            </a:r>
            <a:endParaRPr lang="en-US" altLang="en-US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36934" name="Rectangle 6">
            <a:extLst>
              <a:ext uri="{FF2B5EF4-FFF2-40B4-BE49-F238E27FC236}">
                <a16:creationId xmlns:a16="http://schemas.microsoft.com/office/drawing/2014/main" id="{AA2D2F68-E12A-B87C-F0CC-D59352D6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267200"/>
            <a:ext cx="1828800" cy="12954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321" name="Text Box 7">
            <a:extLst>
              <a:ext uri="{FF2B5EF4-FFF2-40B4-BE49-F238E27FC236}">
                <a16:creationId xmlns:a16="http://schemas.microsoft.com/office/drawing/2014/main" id="{F3636F03-2FCF-A31D-F7D0-213A717F8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429001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800">
                <a:solidFill>
                  <a:srgbClr val="0000FF"/>
                </a:solidFill>
              </a:rPr>
              <a:t>Second order ODE</a:t>
            </a:r>
          </a:p>
        </p:txBody>
      </p:sp>
      <p:sp>
        <p:nvSpPr>
          <p:cNvPr id="13322" name="Text Box 8">
            <a:extLst>
              <a:ext uri="{FF2B5EF4-FFF2-40B4-BE49-F238E27FC236}">
                <a16:creationId xmlns:a16="http://schemas.microsoft.com/office/drawing/2014/main" id="{4ED0139A-DFBE-43AE-59B2-81F056FC5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265614"/>
            <a:ext cx="41910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800">
                <a:solidFill>
                  <a:srgbClr val="0000FF"/>
                </a:solidFill>
              </a:rPr>
              <a:t>Two conditions are needed to uniquely specify the solution</a:t>
            </a:r>
          </a:p>
        </p:txBody>
      </p:sp>
      <p:sp>
        <p:nvSpPr>
          <p:cNvPr id="13323" name="Line 9">
            <a:extLst>
              <a:ext uri="{FF2B5EF4-FFF2-40B4-BE49-F238E27FC236}">
                <a16:creationId xmlns:a16="http://schemas.microsoft.com/office/drawing/2014/main" id="{41504268-FE80-F75A-DC08-37DBCFA553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4495800"/>
            <a:ext cx="1828800" cy="3048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3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5">
            <a:extLst>
              <a:ext uri="{FF2B5EF4-FFF2-40B4-BE49-F238E27FC236}">
                <a16:creationId xmlns:a16="http://schemas.microsoft.com/office/drawing/2014/main" id="{5FF28376-1486-3EEF-0876-3B4AC5EF88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22531" name="Slide Number Placeholder 7">
            <a:extLst>
              <a:ext uri="{FF2B5EF4-FFF2-40B4-BE49-F238E27FC236}">
                <a16:creationId xmlns:a16="http://schemas.microsoft.com/office/drawing/2014/main" id="{BC893C53-8BD7-CFDE-DB1C-61555B6E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6B26E4E-118C-4812-A598-A1FCD8A47B03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05011A4A-81AC-60B8-0A88-FB7AE46E5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Auxiliary Conditions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C4268B83-A7FD-1DB5-C7E0-A69EB1156F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324600" y="3124200"/>
            <a:ext cx="3962400" cy="22860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FF"/>
                </a:solidFill>
              </a:rPr>
              <a:t>Boundary Conditions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/>
            <a:r>
              <a:rPr lang="en-US" altLang="en-US" sz="2000"/>
              <a:t>The conditions are </a:t>
            </a:r>
            <a:r>
              <a:rPr lang="en-US" altLang="en-US" sz="2000">
                <a:solidFill>
                  <a:srgbClr val="FF0000"/>
                </a:solidFill>
              </a:rPr>
              <a:t>not at one point of the independent variable</a:t>
            </a: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9BEE8A75-981B-BFC6-6C4D-0D5382208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124200"/>
            <a:ext cx="3962400" cy="2362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2535" name="Rectangle 5">
            <a:extLst>
              <a:ext uri="{FF2B5EF4-FFF2-40B4-BE49-F238E27FC236}">
                <a16:creationId xmlns:a16="http://schemas.microsoft.com/office/drawing/2014/main" id="{AEB6F401-D2F3-9B4E-158B-279FB0DA3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200400"/>
            <a:ext cx="3733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</a:pPr>
            <a:r>
              <a:rPr lang="en-US" altLang="en-US" sz="2400">
                <a:solidFill>
                  <a:srgbClr val="0000FF"/>
                </a:solidFill>
              </a:rPr>
              <a:t>Initial Conditions</a:t>
            </a: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</a:pPr>
            <a:endParaRPr lang="en-US" altLang="en-US" sz="2000">
              <a:solidFill>
                <a:srgbClr val="000000"/>
              </a:solidFill>
            </a:endParaRP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en-US" sz="2000">
                <a:solidFill>
                  <a:srgbClr val="000000"/>
                </a:solidFill>
              </a:rPr>
              <a:t>All conditions are at </a:t>
            </a:r>
            <a:r>
              <a:rPr lang="en-US" altLang="en-US" sz="2000">
                <a:solidFill>
                  <a:srgbClr val="FF0000"/>
                </a:solidFill>
              </a:rPr>
              <a:t>one point of the independent variable</a:t>
            </a: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</a:pPr>
            <a:endParaRPr lang="en-US" altLang="en-US" sz="2000">
              <a:solidFill>
                <a:srgbClr val="000000"/>
              </a:solidFill>
            </a:endParaRPr>
          </a:p>
        </p:txBody>
      </p:sp>
      <p:sp>
        <p:nvSpPr>
          <p:cNvPr id="22536" name="Rectangle 6">
            <a:extLst>
              <a:ext uri="{FF2B5EF4-FFF2-40B4-BE49-F238E27FC236}">
                <a16:creationId xmlns:a16="http://schemas.microsoft.com/office/drawing/2014/main" id="{D4B766DC-21AB-3654-D26C-C194D4321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962400" cy="2362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2537" name="Rectangle 7">
            <a:extLst>
              <a:ext uri="{FF2B5EF4-FFF2-40B4-BE49-F238E27FC236}">
                <a16:creationId xmlns:a16="http://schemas.microsoft.com/office/drawing/2014/main" id="{259BEA74-6F0C-5B6E-4CC0-99C948704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676400"/>
            <a:ext cx="4343400" cy="838200"/>
          </a:xfrm>
          <a:prstGeom prst="rect">
            <a:avLst/>
          </a:prstGeom>
          <a:solidFill>
            <a:srgbClr val="CCFF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</a:pPr>
            <a:r>
              <a:rPr lang="en-US" altLang="en-US" sz="3200">
                <a:solidFill>
                  <a:srgbClr val="FF0000"/>
                </a:solidFill>
              </a:rPr>
              <a:t>Auxiliary Conditions</a:t>
            </a:r>
          </a:p>
        </p:txBody>
      </p:sp>
      <p:sp>
        <p:nvSpPr>
          <p:cNvPr id="22538" name="Line 8">
            <a:extLst>
              <a:ext uri="{FF2B5EF4-FFF2-40B4-BE49-F238E27FC236}">
                <a16:creationId xmlns:a16="http://schemas.microsoft.com/office/drawing/2014/main" id="{7ACF9FF4-FE7C-DECA-50F5-CC02A0E93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539" name="Line 9">
            <a:extLst>
              <a:ext uri="{FF2B5EF4-FFF2-40B4-BE49-F238E27FC236}">
                <a16:creationId xmlns:a16="http://schemas.microsoft.com/office/drawing/2014/main" id="{3653DABB-43D6-FD4D-7CF8-4201ED6C9A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743200"/>
            <a:ext cx="449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540" name="Line 10">
            <a:extLst>
              <a:ext uri="{FF2B5EF4-FFF2-40B4-BE49-F238E27FC236}">
                <a16:creationId xmlns:a16="http://schemas.microsoft.com/office/drawing/2014/main" id="{54C8BE09-5F41-B7CC-37F1-AEE4BCA12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7432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541" name="Line 11">
            <a:extLst>
              <a:ext uri="{FF2B5EF4-FFF2-40B4-BE49-F238E27FC236}">
                <a16:creationId xmlns:a16="http://schemas.microsoft.com/office/drawing/2014/main" id="{2842F00F-0F53-262F-6A99-FDF5E0E3C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27432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Date Placeholder 5">
            <a:extLst>
              <a:ext uri="{FF2B5EF4-FFF2-40B4-BE49-F238E27FC236}">
                <a16:creationId xmlns:a16="http://schemas.microsoft.com/office/drawing/2014/main" id="{35961842-2939-2396-F6A8-3D292B9590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CISE301_Topic8L1</a:t>
            </a:r>
          </a:p>
        </p:txBody>
      </p:sp>
      <p:sp>
        <p:nvSpPr>
          <p:cNvPr id="14341" name="Slide Number Placeholder 7">
            <a:extLst>
              <a:ext uri="{FF2B5EF4-FFF2-40B4-BE49-F238E27FC236}">
                <a16:creationId xmlns:a16="http://schemas.microsoft.com/office/drawing/2014/main" id="{10E7C100-F79B-1180-32AF-9CC670FD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25FCDC9D-B2B2-4909-AD42-B4B4FF9E1872}" type="slidenum">
              <a:rPr lang="ar-SA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46FA2B18-8AA6-6796-D90D-23B1B8134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Boundary-Value and </a:t>
            </a:r>
            <a:br>
              <a:rPr lang="en-US" altLang="en-US"/>
            </a:br>
            <a:r>
              <a:rPr lang="en-US" altLang="en-US"/>
              <a:t>Initial value Problems</a:t>
            </a:r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1FC7F53B-76AC-4D6C-04BA-9C84A326994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19800" y="1524001"/>
            <a:ext cx="43434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FF"/>
                </a:solidFill>
              </a:rPr>
              <a:t>Boundary-Value Problems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/>
            <a:r>
              <a:rPr lang="en-US" altLang="en-US" sz="2000"/>
              <a:t>The auxiliary conditions are </a:t>
            </a:r>
            <a:r>
              <a:rPr lang="en-US" altLang="en-US" sz="2000">
                <a:solidFill>
                  <a:srgbClr val="FF0000"/>
                </a:solidFill>
              </a:rPr>
              <a:t>not at one point of the independent variable</a:t>
            </a:r>
          </a:p>
          <a:p>
            <a:pPr eaLnBrk="1" hangingPunct="1"/>
            <a:r>
              <a:rPr lang="en-US" altLang="en-US" sz="2000"/>
              <a:t>More difficult to solve than initial value problems</a:t>
            </a:r>
          </a:p>
        </p:txBody>
      </p:sp>
      <p:graphicFrame>
        <p:nvGraphicFramePr>
          <p:cNvPr id="14338" name="Object 4">
            <a:extLst>
              <a:ext uri="{FF2B5EF4-FFF2-40B4-BE49-F238E27FC236}">
                <a16:creationId xmlns:a16="http://schemas.microsoft.com/office/drawing/2014/main" id="{B8AE393F-D126-35EB-0376-F79ED0BDD6C8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705600" y="4376739"/>
          <a:ext cx="31242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457200" progId="Equation.3">
                  <p:embed/>
                </p:oleObj>
              </mc:Choice>
              <mc:Fallback>
                <p:oleObj name="Equation" r:id="rId3" imgW="1257120" imgH="457200" progId="Equation.3">
                  <p:embed/>
                  <p:pic>
                    <p:nvPicPr>
                      <p:cNvPr id="14338" name="Object 4">
                        <a:extLst>
                          <a:ext uri="{FF2B5EF4-FFF2-40B4-BE49-F238E27FC236}">
                            <a16:creationId xmlns:a16="http://schemas.microsoft.com/office/drawing/2014/main" id="{B8AE393F-D126-35EB-0376-F79ED0BDD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376739"/>
                        <a:ext cx="31242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5">
            <a:extLst>
              <a:ext uri="{FF2B5EF4-FFF2-40B4-BE49-F238E27FC236}">
                <a16:creationId xmlns:a16="http://schemas.microsoft.com/office/drawing/2014/main" id="{FA2FF9E8-AB1F-06FE-C24B-3D94434E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600200"/>
            <a:ext cx="4267200" cy="4114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45" name="Rectangle 6">
            <a:extLst>
              <a:ext uri="{FF2B5EF4-FFF2-40B4-BE49-F238E27FC236}">
                <a16:creationId xmlns:a16="http://schemas.microsoft.com/office/drawing/2014/main" id="{B4D37591-B01D-E262-C0B7-2ED5B3935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600201"/>
            <a:ext cx="3733800" cy="441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</a:pPr>
            <a:r>
              <a:rPr lang="en-US" altLang="en-US" sz="2400">
                <a:solidFill>
                  <a:srgbClr val="0000FF"/>
                </a:solidFill>
              </a:rPr>
              <a:t>Initial-Value Problems</a:t>
            </a: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</a:pPr>
            <a:endParaRPr lang="en-US" altLang="en-US" sz="2000">
              <a:solidFill>
                <a:srgbClr val="000000"/>
              </a:solidFill>
            </a:endParaRP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en-US" sz="2000">
                <a:solidFill>
                  <a:srgbClr val="000000"/>
                </a:solidFill>
              </a:rPr>
              <a:t>The auxiliary conditions are at </a:t>
            </a:r>
            <a:r>
              <a:rPr lang="en-US" altLang="en-US" sz="2000">
                <a:solidFill>
                  <a:srgbClr val="FF0000"/>
                </a:solidFill>
              </a:rPr>
              <a:t>one point of the </a:t>
            </a:r>
            <a:r>
              <a:rPr lang="en-US" altLang="en-US" sz="2400">
                <a:solidFill>
                  <a:srgbClr val="FF0000"/>
                </a:solidFill>
              </a:rPr>
              <a:t>independent variable</a:t>
            </a:r>
            <a:endParaRPr lang="en-US" altLang="en-US" sz="2000">
              <a:solidFill>
                <a:srgbClr val="FF0000"/>
              </a:solidFill>
            </a:endParaRP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</a:pPr>
            <a:endParaRPr lang="en-US" altLang="en-US" sz="2000">
              <a:solidFill>
                <a:srgbClr val="000000"/>
              </a:solidFill>
            </a:endParaRPr>
          </a:p>
        </p:txBody>
      </p:sp>
      <p:graphicFrame>
        <p:nvGraphicFramePr>
          <p:cNvPr id="14339" name="Object 7">
            <a:extLst>
              <a:ext uri="{FF2B5EF4-FFF2-40B4-BE49-F238E27FC236}">
                <a16:creationId xmlns:a16="http://schemas.microsoft.com/office/drawing/2014/main" id="{F0CF1561-6B1B-938C-8484-74439335F1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7913" y="4446588"/>
          <a:ext cx="3154362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9720" imgH="457200" progId="Equation.3">
                  <p:embed/>
                </p:oleObj>
              </mc:Choice>
              <mc:Fallback>
                <p:oleObj name="Equation" r:id="rId5" imgW="1269720" imgH="457200" progId="Equation.3">
                  <p:embed/>
                  <p:pic>
                    <p:nvPicPr>
                      <p:cNvPr id="14339" name="Object 7">
                        <a:extLst>
                          <a:ext uri="{FF2B5EF4-FFF2-40B4-BE49-F238E27FC236}">
                            <a16:creationId xmlns:a16="http://schemas.microsoft.com/office/drawing/2014/main" id="{F0CF1561-6B1B-938C-8484-74439335F1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4446588"/>
                        <a:ext cx="3154362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8">
            <a:extLst>
              <a:ext uri="{FF2B5EF4-FFF2-40B4-BE49-F238E27FC236}">
                <a16:creationId xmlns:a16="http://schemas.microsoft.com/office/drawing/2014/main" id="{1ABAA282-07D2-6B62-6DDD-B8C06A9C0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92263"/>
            <a:ext cx="3810000" cy="4114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72AF7F22-7842-5C98-3462-C2C93DCDD738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029200"/>
            <a:ext cx="6248400" cy="1143000"/>
            <a:chOff x="672" y="3168"/>
            <a:chExt cx="3936" cy="720"/>
          </a:xfrm>
        </p:grpSpPr>
        <p:sp>
          <p:nvSpPr>
            <p:cNvPr id="14348" name="Oval 10">
              <a:extLst>
                <a:ext uri="{FF2B5EF4-FFF2-40B4-BE49-F238E27FC236}">
                  <a16:creationId xmlns:a16="http://schemas.microsoft.com/office/drawing/2014/main" id="{6D9DBE58-42F3-3D7C-78B9-77AD167C8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216"/>
              <a:ext cx="288" cy="288"/>
            </a:xfrm>
            <a:prstGeom prst="ellipse">
              <a:avLst/>
            </a:prstGeom>
            <a:solidFill>
              <a:srgbClr val="FF0000">
                <a:alpha val="5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4349" name="Oval 11">
              <a:extLst>
                <a:ext uri="{FF2B5EF4-FFF2-40B4-BE49-F238E27FC236}">
                  <a16:creationId xmlns:a16="http://schemas.microsoft.com/office/drawing/2014/main" id="{44378162-B641-2511-1145-20D90D277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168"/>
              <a:ext cx="288" cy="288"/>
            </a:xfrm>
            <a:prstGeom prst="ellipse">
              <a:avLst/>
            </a:prstGeom>
            <a:solidFill>
              <a:srgbClr val="FF0000">
                <a:alpha val="5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4350" name="Oval 12">
              <a:extLst>
                <a:ext uri="{FF2B5EF4-FFF2-40B4-BE49-F238E27FC236}">
                  <a16:creationId xmlns:a16="http://schemas.microsoft.com/office/drawing/2014/main" id="{50AE5F1B-E11B-B32C-B9BA-8D4692B8F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168"/>
              <a:ext cx="288" cy="288"/>
            </a:xfrm>
            <a:prstGeom prst="ellipse">
              <a:avLst/>
            </a:prstGeom>
            <a:solidFill>
              <a:srgbClr val="FF0000">
                <a:alpha val="5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4351" name="Oval 13">
              <a:extLst>
                <a:ext uri="{FF2B5EF4-FFF2-40B4-BE49-F238E27FC236}">
                  <a16:creationId xmlns:a16="http://schemas.microsoft.com/office/drawing/2014/main" id="{95BF69D6-7318-6FC0-F856-62A872FCE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216"/>
              <a:ext cx="288" cy="288"/>
            </a:xfrm>
            <a:prstGeom prst="ellipse">
              <a:avLst/>
            </a:prstGeom>
            <a:solidFill>
              <a:srgbClr val="FF0000">
                <a:alpha val="5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4352" name="AutoShape 14">
              <a:extLst>
                <a:ext uri="{FF2B5EF4-FFF2-40B4-BE49-F238E27FC236}">
                  <a16:creationId xmlns:a16="http://schemas.microsoft.com/office/drawing/2014/main" id="{6BE126BF-CD40-7153-3677-1FEA71EE2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3600"/>
              <a:ext cx="576" cy="240"/>
            </a:xfrm>
            <a:prstGeom prst="borderCallout1">
              <a:avLst>
                <a:gd name="adj1" fmla="val 30000"/>
                <a:gd name="adj2" fmla="val -8333"/>
                <a:gd name="adj3" fmla="val -54583"/>
                <a:gd name="adj4" fmla="val -1580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same</a:t>
              </a:r>
            </a:p>
          </p:txBody>
        </p:sp>
        <p:sp>
          <p:nvSpPr>
            <p:cNvPr id="14353" name="Line 15">
              <a:extLst>
                <a:ext uri="{FF2B5EF4-FFF2-40B4-BE49-F238E27FC236}">
                  <a16:creationId xmlns:a16="http://schemas.microsoft.com/office/drawing/2014/main" id="{B8AD5A6C-4D59-7968-55A6-828305903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350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N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4" name="AutoShape 16">
              <a:extLst>
                <a:ext uri="{FF2B5EF4-FFF2-40B4-BE49-F238E27FC236}">
                  <a16:creationId xmlns:a16="http://schemas.microsoft.com/office/drawing/2014/main" id="{83F254D7-EFEA-E7C6-BE65-C6FB6B475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648"/>
              <a:ext cx="816" cy="240"/>
            </a:xfrm>
            <a:prstGeom prst="borderCallout1">
              <a:avLst>
                <a:gd name="adj1" fmla="val 30000"/>
                <a:gd name="adj2" fmla="val -5884"/>
                <a:gd name="adj3" fmla="val -74583"/>
                <a:gd name="adj4" fmla="val -111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different</a:t>
              </a:r>
            </a:p>
          </p:txBody>
        </p:sp>
        <p:sp>
          <p:nvSpPr>
            <p:cNvPr id="14355" name="Line 17">
              <a:extLst>
                <a:ext uri="{FF2B5EF4-FFF2-40B4-BE49-F238E27FC236}">
                  <a16:creationId xmlns:a16="http://schemas.microsoft.com/office/drawing/2014/main" id="{A9C5D2D3-B742-4002-724C-B4D66ECF3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3456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N">
                <a:solidFill>
                  <a:srgbClr val="000000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posal">
  <a:themeElements>
    <a:clrScheme name="Proposal 8">
      <a:dk1>
        <a:srgbClr val="000000"/>
      </a:dk1>
      <a:lt1>
        <a:srgbClr val="FFFFFF"/>
      </a:lt1>
      <a:dk2>
        <a:srgbClr val="8C0039"/>
      </a:dk2>
      <a:lt2>
        <a:srgbClr val="660066"/>
      </a:lt2>
      <a:accent1>
        <a:srgbClr val="C58BF9"/>
      </a:accent1>
      <a:accent2>
        <a:srgbClr val="9966FF"/>
      </a:accent2>
      <a:accent3>
        <a:srgbClr val="FFFFFF"/>
      </a:accent3>
      <a:accent4>
        <a:srgbClr val="000000"/>
      </a:accent4>
      <a:accent5>
        <a:srgbClr val="DFC4FB"/>
      </a:accent5>
      <a:accent6>
        <a:srgbClr val="8A5CE7"/>
      </a:accent6>
      <a:hlink>
        <a:srgbClr val="E4005C"/>
      </a:hlink>
      <a:folHlink>
        <a:srgbClr val="C36C03"/>
      </a:folHlink>
    </a:clrScheme>
    <a:fontScheme name="Propo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roposal 1">
        <a:dk1>
          <a:srgbClr val="777777"/>
        </a:dk1>
        <a:lt1>
          <a:srgbClr val="FFFFFF"/>
        </a:lt1>
        <a:dk2>
          <a:srgbClr val="333333"/>
        </a:dk2>
        <a:lt2>
          <a:srgbClr val="FFF4C3"/>
        </a:lt2>
        <a:accent1>
          <a:srgbClr val="C892FA"/>
        </a:accent1>
        <a:accent2>
          <a:srgbClr val="9966FF"/>
        </a:accent2>
        <a:accent3>
          <a:srgbClr val="ADADAD"/>
        </a:accent3>
        <a:accent4>
          <a:srgbClr val="DADADA"/>
        </a:accent4>
        <a:accent5>
          <a:srgbClr val="E0C7FC"/>
        </a:accent5>
        <a:accent6>
          <a:srgbClr val="8A5CE7"/>
        </a:accent6>
        <a:hlink>
          <a:srgbClr val="E4005C"/>
        </a:hlink>
        <a:folHlink>
          <a:srgbClr val="DC7A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2">
        <a:dk1>
          <a:srgbClr val="1C1C1C"/>
        </a:dk1>
        <a:lt1>
          <a:srgbClr val="FFFFFF"/>
        </a:lt1>
        <a:dk2>
          <a:srgbClr val="5F5F5F"/>
        </a:dk2>
        <a:lt2>
          <a:srgbClr val="FFFFCC"/>
        </a:lt2>
        <a:accent1>
          <a:srgbClr val="4A5B64"/>
        </a:accent1>
        <a:accent2>
          <a:srgbClr val="AF9387"/>
        </a:accent2>
        <a:accent3>
          <a:srgbClr val="B6B6B6"/>
        </a:accent3>
        <a:accent4>
          <a:srgbClr val="DADADA"/>
        </a:accent4>
        <a:accent5>
          <a:srgbClr val="B1B5B8"/>
        </a:accent5>
        <a:accent6>
          <a:srgbClr val="9E857A"/>
        </a:accent6>
        <a:hlink>
          <a:srgbClr val="F3C43F"/>
        </a:hlink>
        <a:folHlink>
          <a:srgbClr val="66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3">
        <a:dk1>
          <a:srgbClr val="4D4D4D"/>
        </a:dk1>
        <a:lt1>
          <a:srgbClr val="FFFFFF"/>
        </a:lt1>
        <a:dk2>
          <a:srgbClr val="666699"/>
        </a:dk2>
        <a:lt2>
          <a:srgbClr val="FFFFCC"/>
        </a:lt2>
        <a:accent1>
          <a:srgbClr val="8D8DB3"/>
        </a:accent1>
        <a:accent2>
          <a:srgbClr val="7A25D7"/>
        </a:accent2>
        <a:accent3>
          <a:srgbClr val="B8B8CA"/>
        </a:accent3>
        <a:accent4>
          <a:srgbClr val="DADADA"/>
        </a:accent4>
        <a:accent5>
          <a:srgbClr val="C5C5D6"/>
        </a:accent5>
        <a:accent6>
          <a:srgbClr val="6E20C3"/>
        </a:accent6>
        <a:hlink>
          <a:srgbClr val="66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4">
        <a:dk1>
          <a:srgbClr val="10187C"/>
        </a:dk1>
        <a:lt1>
          <a:srgbClr val="F8F8F8"/>
        </a:lt1>
        <a:dk2>
          <a:srgbClr val="538DC7"/>
        </a:dk2>
        <a:lt2>
          <a:srgbClr val="CCECFF"/>
        </a:lt2>
        <a:accent1>
          <a:srgbClr val="879EC7"/>
        </a:accent1>
        <a:accent2>
          <a:srgbClr val="461B8B"/>
        </a:accent2>
        <a:accent3>
          <a:srgbClr val="B3C5E0"/>
        </a:accent3>
        <a:accent4>
          <a:srgbClr val="D4D4D4"/>
        </a:accent4>
        <a:accent5>
          <a:srgbClr val="C3CCE0"/>
        </a:accent5>
        <a:accent6>
          <a:srgbClr val="3F177D"/>
        </a:accent6>
        <a:hlink>
          <a:srgbClr val="0000FF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5">
        <a:dk1>
          <a:srgbClr val="002F2E"/>
        </a:dk1>
        <a:lt1>
          <a:srgbClr val="FFFFFF"/>
        </a:lt1>
        <a:dk2>
          <a:srgbClr val="008080"/>
        </a:dk2>
        <a:lt2>
          <a:srgbClr val="FFFFCC"/>
        </a:lt2>
        <a:accent1>
          <a:srgbClr val="0E6A52"/>
        </a:accent1>
        <a:accent2>
          <a:srgbClr val="3553A7"/>
        </a:accent2>
        <a:accent3>
          <a:srgbClr val="AAC0C0"/>
        </a:accent3>
        <a:accent4>
          <a:srgbClr val="DADADA"/>
        </a:accent4>
        <a:accent5>
          <a:srgbClr val="AAB9B3"/>
        </a:accent5>
        <a:accent6>
          <a:srgbClr val="2F4A97"/>
        </a:accent6>
        <a:hlink>
          <a:srgbClr val="1ACE9F"/>
        </a:hlink>
        <a:folHlink>
          <a:srgbClr val="B5B5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6">
        <a:dk1>
          <a:srgbClr val="000000"/>
        </a:dk1>
        <a:lt1>
          <a:srgbClr val="E3FFFF"/>
        </a:lt1>
        <a:dk2>
          <a:srgbClr val="4400A8"/>
        </a:dk2>
        <a:lt2>
          <a:srgbClr val="005452"/>
        </a:lt2>
        <a:accent1>
          <a:srgbClr val="92CAC9"/>
        </a:accent1>
        <a:accent2>
          <a:srgbClr val="009999"/>
        </a:accent2>
        <a:accent3>
          <a:srgbClr val="EFFFFF"/>
        </a:accent3>
        <a:accent4>
          <a:srgbClr val="000000"/>
        </a:accent4>
        <a:accent5>
          <a:srgbClr val="C7E1E1"/>
        </a:accent5>
        <a:accent6>
          <a:srgbClr val="008A8A"/>
        </a:accent6>
        <a:hlink>
          <a:srgbClr val="187C16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7">
        <a:dk1>
          <a:srgbClr val="000000"/>
        </a:dk1>
        <a:lt1>
          <a:srgbClr val="CCFF99"/>
        </a:lt1>
        <a:dk2>
          <a:srgbClr val="CC99FF"/>
        </a:dk2>
        <a:lt2>
          <a:srgbClr val="1B3600"/>
        </a:lt2>
        <a:accent1>
          <a:srgbClr val="009900"/>
        </a:accent1>
        <a:accent2>
          <a:srgbClr val="B7CA02"/>
        </a:accent2>
        <a:accent3>
          <a:srgbClr val="E2FFCA"/>
        </a:accent3>
        <a:accent4>
          <a:srgbClr val="000000"/>
        </a:accent4>
        <a:accent5>
          <a:srgbClr val="AACAAA"/>
        </a:accent5>
        <a:accent6>
          <a:srgbClr val="A6B702"/>
        </a:accent6>
        <a:hlink>
          <a:srgbClr val="FFCC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8">
        <a:dk1>
          <a:srgbClr val="000000"/>
        </a:dk1>
        <a:lt1>
          <a:srgbClr val="FFFFFF"/>
        </a:lt1>
        <a:dk2>
          <a:srgbClr val="8C0039"/>
        </a:dk2>
        <a:lt2>
          <a:srgbClr val="660066"/>
        </a:lt2>
        <a:accent1>
          <a:srgbClr val="C58BF9"/>
        </a:accent1>
        <a:accent2>
          <a:srgbClr val="9966FF"/>
        </a:accent2>
        <a:accent3>
          <a:srgbClr val="FFFFFF"/>
        </a:accent3>
        <a:accent4>
          <a:srgbClr val="000000"/>
        </a:accent4>
        <a:accent5>
          <a:srgbClr val="DFC4FB"/>
        </a:accent5>
        <a:accent6>
          <a:srgbClr val="8A5CE7"/>
        </a:accent6>
        <a:hlink>
          <a:srgbClr val="E4005C"/>
        </a:hlink>
        <a:folHlink>
          <a:srgbClr val="C36C0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582</Words>
  <Application>Microsoft Office PowerPoint</Application>
  <PresentationFormat>Widescreen</PresentationFormat>
  <Paragraphs>185</Paragraphs>
  <Slides>20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Calibri</vt:lpstr>
      <vt:lpstr>Garamond</vt:lpstr>
      <vt:lpstr>Times</vt:lpstr>
      <vt:lpstr>Times New Roman</vt:lpstr>
      <vt:lpstr>Verdana</vt:lpstr>
      <vt:lpstr>Wingdings</vt:lpstr>
      <vt:lpstr>Proposal</vt:lpstr>
      <vt:lpstr>Level</vt:lpstr>
      <vt:lpstr>Equation</vt:lpstr>
      <vt:lpstr>Equation.3</vt:lpstr>
      <vt:lpstr> Introduction to Differential Equations</vt:lpstr>
      <vt:lpstr>Where do ODE’s arise</vt:lpstr>
      <vt:lpstr>Example – Newton’s Law of Cooling</vt:lpstr>
      <vt:lpstr>Derivatives </vt:lpstr>
      <vt:lpstr>Differential Equations </vt:lpstr>
      <vt:lpstr>Ordinary Differential Equations</vt:lpstr>
      <vt:lpstr>Order of a Differential Equation</vt:lpstr>
      <vt:lpstr>Linear ODE</vt:lpstr>
      <vt:lpstr>Nonlinear ODE</vt:lpstr>
      <vt:lpstr>Solutions of Ordinary Differential Equations</vt:lpstr>
      <vt:lpstr>Linearity - Examples</vt:lpstr>
      <vt:lpstr>Linearity – Summary</vt:lpstr>
      <vt:lpstr>Linearity – Special Property</vt:lpstr>
      <vt:lpstr>Linearity – Special Property</vt:lpstr>
      <vt:lpstr> Example</vt:lpstr>
      <vt:lpstr> Example</vt:lpstr>
      <vt:lpstr>Solution of a Differential Equation</vt:lpstr>
      <vt:lpstr>Uniqueness of a Solution</vt:lpstr>
      <vt:lpstr>Auxiliary Conditions</vt:lpstr>
      <vt:lpstr>Boundary-Value and  Initial value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10</cp:revision>
  <dcterms:created xsi:type="dcterms:W3CDTF">2025-09-08T06:23:37Z</dcterms:created>
  <dcterms:modified xsi:type="dcterms:W3CDTF">2025-09-23T23:44:47Z</dcterms:modified>
</cp:coreProperties>
</file>