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ram Nanduri" userId="2f7414286f18a922" providerId="LiveId" clId="{61C2A58D-F82B-4BE1-96D4-DD701EAC5DB2}"/>
    <pc:docChg chg="modSld sldOrd">
      <pc:chgData name="Abhiram Nanduri" userId="2f7414286f18a922" providerId="LiveId" clId="{61C2A58D-F82B-4BE1-96D4-DD701EAC5DB2}" dt="2025-12-25T17:27:11.404" v="1"/>
      <pc:docMkLst>
        <pc:docMk/>
      </pc:docMkLst>
      <pc:sldChg chg="ord">
        <pc:chgData name="Abhiram Nanduri" userId="2f7414286f18a922" providerId="LiveId" clId="{61C2A58D-F82B-4BE1-96D4-DD701EAC5DB2}" dt="2025-12-25T17:27:11.404" v="1"/>
        <pc:sldMkLst>
          <pc:docMk/>
          <pc:sldMk cId="0" sldId="28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kern="1200">
          <a:solidFill>
            <a:schemeClr val="lt1"/>
          </a:solidFill>
        </a:defRPr>
      </a:lvl1pPr>
    </p:titleStyle>
    <p:bodyStyle>
      <a:lvl1pPr indent="-325120" algn="ctr">
        <a:defRPr sz="3200" kern="1200">
          <a:solidFill>
            <a:schemeClr val="tx1"/>
          </a:solidFill>
        </a:defRPr>
      </a:lvl1pPr>
    </p:bodyStyle>
    <p:otherStyle>
      <a:defPPr algn="ctr">
        <a:defRPr kern="1200">
          <a:solidFill>
            <a:schemeClr val="tx1"/>
          </a:solidFill>
        </a:defRPr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95" y="0"/>
            <a:ext cx="8011795" cy="6000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" y="0"/>
            <a:ext cx="7998460" cy="5990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" y="0"/>
            <a:ext cx="7968615" cy="59683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55" y="0"/>
            <a:ext cx="8021955" cy="60083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0"/>
            <a:ext cx="7985760" cy="59810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0"/>
            <a:ext cx="8000365" cy="59918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" y="0"/>
            <a:ext cx="7957820" cy="59601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" y="0"/>
            <a:ext cx="7968615" cy="59683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975" y="0"/>
            <a:ext cx="8054975" cy="60331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" y="0"/>
            <a:ext cx="7998460" cy="5990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" y="0"/>
            <a:ext cx="7960995" cy="59626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" y="0"/>
            <a:ext cx="7960360" cy="59620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" y="0"/>
            <a:ext cx="7943215" cy="59493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470" y="0"/>
            <a:ext cx="8078470" cy="60509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" y="0"/>
            <a:ext cx="7928610" cy="59385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530" y="0"/>
            <a:ext cx="8050530" cy="60299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95" y="0"/>
            <a:ext cx="8011795" cy="6000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70" y="0"/>
            <a:ext cx="8014970" cy="60032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029575" cy="60140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" y="0"/>
            <a:ext cx="7903845" cy="59201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" y="0"/>
            <a:ext cx="7998460" cy="5990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" y="0"/>
            <a:ext cx="7958455" cy="59607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" y="0"/>
            <a:ext cx="7998460" cy="5990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0"/>
            <a:ext cx="7877175" cy="58997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" y="0"/>
            <a:ext cx="7983220" cy="5979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880" y="0"/>
            <a:ext cx="8056880" cy="60344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0"/>
            <a:ext cx="7915275" cy="59283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33475" y="0"/>
          <a:ext cx="8001000" cy="5143500"/>
          <a:chOff x="1133475" y="0"/>
          <a:chExt cx="8001000" cy="514350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0"/>
            <a:ext cx="6867525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50">
  <a:themeElements>
    <a:clrScheme name="Theme5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Theme50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creator>Unknown Creator</dc:creator>
  <cp:lastModifiedBy>Abhiram Nanduri</cp:lastModifiedBy>
  <cp:revision>1</cp:revision>
  <dcterms:created xsi:type="dcterms:W3CDTF">2025-09-03T14:03:57Z</dcterms:created>
  <dcterms:modified xsi:type="dcterms:W3CDTF">2025-12-25T17:27:13Z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A4FF13ABE8B14E07843D916A559DD561_12</vt:lpwstr>
  </property>
  <property fmtid="{D5CDD505-2E9C-101B-9397-08002B2CF9AE}" pid="3" name="KSOProductBuildVer">
    <vt:lpwstr>1033-12.2.0.21931</vt:lpwstr>
  </property>
</Properties>
</file>