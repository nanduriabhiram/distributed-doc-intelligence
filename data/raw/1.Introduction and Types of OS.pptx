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 Nanduri" userId="2f7414286f18a922" providerId="LiveId" clId="{B5E69671-9405-4D7A-B3D4-CB8B5D01A20A}"/>
    <pc:docChg chg="custSel modSld">
      <pc:chgData name="Abhiram Nanduri" userId="2f7414286f18a922" providerId="LiveId" clId="{B5E69671-9405-4D7A-B3D4-CB8B5D01A20A}" dt="2026-03-26T06:23:45.294" v="6" actId="1035"/>
      <pc:docMkLst>
        <pc:docMk/>
      </pc:docMkLst>
      <pc:sldChg chg="modSp mod">
        <pc:chgData name="Abhiram Nanduri" userId="2f7414286f18a922" providerId="LiveId" clId="{B5E69671-9405-4D7A-B3D4-CB8B5D01A20A}" dt="2026-03-26T06:23:45.294" v="6" actId="1035"/>
        <pc:sldMkLst>
          <pc:docMk/>
          <pc:sldMk cId="0" sldId="263"/>
        </pc:sldMkLst>
        <pc:spChg chg="mod">
          <ac:chgData name="Abhiram Nanduri" userId="2f7414286f18a922" providerId="LiveId" clId="{B5E69671-9405-4D7A-B3D4-CB8B5D01A20A}" dt="2026-03-26T06:23:45.294" v="6" actId="1035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Operating System  </a:t>
            </a:r>
            <a:r>
              <a:rPr lang="en-US"/>
              <a:t>(</a:t>
            </a:r>
            <a:r>
              <a:t>Introduction</a:t>
            </a:r>
            <a:r>
              <a:rPr lang="en-US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Operating System (OS) is system software that manages computer hardware and software resources.</a:t>
            </a:r>
          </a:p>
          <a:p>
            <a:r>
              <a:t>Provides an environment for users to run applications.</a:t>
            </a:r>
          </a:p>
          <a:p>
            <a:r>
              <a:t>Acts as an interface between user and hardware.</a:t>
            </a:r>
          </a:p>
          <a:p>
            <a:r>
              <a:t>Hides hardware complexity and manages resources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Do We Need an Operating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OS, applications must directly interact with hardware.</a:t>
            </a:r>
          </a:p>
          <a:p>
            <a:r>
              <a:t>Applications become bulky and complex.</a:t>
            </a:r>
          </a:p>
          <a:p>
            <a:r>
              <a:t>No proper memory protection.</a:t>
            </a:r>
          </a:p>
          <a:p>
            <a:r>
              <a:t>One application may monopolize system resources.</a:t>
            </a:r>
          </a:p>
          <a:p>
            <a:r>
              <a:t>OS manages CPU, memory, files, devices and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Functions of an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access to computer hardware.</a:t>
            </a:r>
          </a:p>
          <a:p>
            <a:r>
              <a:t>Interface between user and hardware.</a:t>
            </a:r>
          </a:p>
          <a:p>
            <a:r>
              <a:t>Resource management (CPU, memory, files, devices).</a:t>
            </a:r>
          </a:p>
          <a:p>
            <a:r>
              <a:t>Provides abstraction of hardware complexity.</a:t>
            </a:r>
          </a:p>
          <a:p>
            <a:r>
              <a:t>Enables safe execution of application programs.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CPU utilization.</a:t>
            </a:r>
          </a:p>
          <a:p>
            <a:r>
              <a:t>Minimum process starvation.</a:t>
            </a:r>
          </a:p>
          <a:p>
            <a:r>
              <a:t>Efficient execution of higher priority jobs.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Process OS</a:t>
            </a:r>
          </a:p>
          <a:p>
            <a:r>
              <a:t>Batch Processing OS</a:t>
            </a:r>
          </a:p>
          <a:p>
            <a:r>
              <a:t>Multiprogramming OS</a:t>
            </a:r>
          </a:p>
          <a:p>
            <a:r>
              <a:t>Multitasking OS</a:t>
            </a:r>
          </a:p>
          <a:p>
            <a:r>
              <a:t>Multiprocessing OS</a:t>
            </a:r>
          </a:p>
          <a:p>
            <a:r>
              <a:t>Distributed OS</a:t>
            </a:r>
          </a:p>
          <a:p>
            <a:r>
              <a:t>Real-Time 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Single Process &amp; Batch Processing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sz="2900" b="1"/>
              <a:t>Single Process OS</a:t>
            </a:r>
          </a:p>
          <a:p>
            <a:pPr>
              <a:buFont typeface="Arial" panose="020B0604020202090204" pitchFamily="34" charset="0"/>
              <a:buChar char="•"/>
            </a:pPr>
            <a:r>
              <a:t>Only one process executes at a time.</a:t>
            </a:r>
          </a:p>
          <a:p>
            <a:pPr>
              <a:buFont typeface="Arial" panose="020B0604020202090204" pitchFamily="34" charset="0"/>
              <a:buChar char="•"/>
            </a:pPr>
            <a:r>
              <a:t>Oldest operating system type.</a:t>
            </a:r>
          </a:p>
          <a:p>
            <a:endParaRPr b="1"/>
          </a:p>
          <a:p>
            <a:pPr marL="0" indent="0">
              <a:buNone/>
            </a:pPr>
            <a:r>
              <a:rPr sz="2900" b="1"/>
              <a:t>Batch Processing OS</a:t>
            </a:r>
          </a:p>
          <a:p>
            <a:r>
              <a:t>Jobs collected and executed in batches.</a:t>
            </a:r>
          </a:p>
          <a:p>
            <a:r>
              <a:t>No direct user interaction.</a:t>
            </a:r>
          </a:p>
          <a:p>
            <a:r>
              <a:t>May lead to starvation and CPU idle time during I/O.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Multiprogramming &amp; Multitasking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b="1" dirty="0"/>
              <a:t>Multiprogramming</a:t>
            </a:r>
          </a:p>
          <a:p>
            <a:r>
              <a:rPr dirty="0"/>
              <a:t>Multiple programs kept in memory.</a:t>
            </a:r>
          </a:p>
          <a:p>
            <a:r>
              <a:rPr dirty="0"/>
              <a:t>CPU switches when one process waits for I/O.</a:t>
            </a:r>
          </a:p>
          <a:p>
            <a:r>
              <a:rPr dirty="0"/>
              <a:t>Improves CPU utilization.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Multitasking</a:t>
            </a:r>
          </a:p>
          <a:p>
            <a:r>
              <a:rPr dirty="0"/>
              <a:t>Extension of multiprogramming.</a:t>
            </a:r>
          </a:p>
          <a:p>
            <a:r>
              <a:rPr dirty="0"/>
              <a:t>Multiple tasks run apparently simultaneously.</a:t>
            </a:r>
          </a:p>
          <a:p>
            <a:r>
              <a:rPr dirty="0"/>
              <a:t>Uses context switching and time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Multiprocessing, Distributed OS &amp; RTOS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1056"/>
            <a:ext cx="109728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4000" b="1"/>
              <a:t>Multiprocessing OS</a:t>
            </a:r>
          </a:p>
          <a:p>
            <a:r>
              <a:t>Uses more than one CPU.</a:t>
            </a:r>
          </a:p>
          <a:p>
            <a:r>
              <a:t>Improves reliability and throughput.</a:t>
            </a:r>
          </a:p>
          <a:p>
            <a:endParaRPr/>
          </a:p>
          <a:p>
            <a:pPr marL="0" indent="0">
              <a:buNone/>
            </a:pPr>
            <a:r>
              <a:rPr sz="4000" b="1"/>
              <a:t>Distributed OS</a:t>
            </a:r>
          </a:p>
          <a:p>
            <a:r>
              <a:t>Multiple interconnected computers share resources.</a:t>
            </a:r>
          </a:p>
          <a:p>
            <a:endParaRPr/>
          </a:p>
          <a:p>
            <a:pPr marL="0" indent="0">
              <a:buNone/>
            </a:pPr>
            <a:r>
              <a:rPr b="1"/>
              <a:t>Real-Time OS (RTOS)</a:t>
            </a:r>
          </a:p>
          <a:p>
            <a:r>
              <a:t>Ensures operations complete within strict time limits.</a:t>
            </a:r>
          </a:p>
          <a:p>
            <a:r>
              <a:t>Used in robotics and air traffic control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318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Operating System  (Introduction)</vt:lpstr>
      <vt:lpstr>Why Do We Need an Operating System?</vt:lpstr>
      <vt:lpstr>Functions of an Operating System</vt:lpstr>
      <vt:lpstr>Goals of Operating System</vt:lpstr>
      <vt:lpstr>Types of Operating Systems</vt:lpstr>
      <vt:lpstr>Single Process &amp; Batch Processing OS</vt:lpstr>
      <vt:lpstr>Multiprogramming &amp; Multitasking OS</vt:lpstr>
      <vt:lpstr>Multiprocessing, Distributed OS &amp; RTOS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Abhiram Nanduri</cp:lastModifiedBy>
  <cp:revision>3</cp:revision>
  <dcterms:created xsi:type="dcterms:W3CDTF">2026-03-09T09:48:36Z</dcterms:created>
  <dcterms:modified xsi:type="dcterms:W3CDTF">2026-03-26T06:23:49Z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F0FEE386EE18268F398FAE69D40DEF05_42</vt:lpwstr>
  </property>
  <property fmtid="{D5CDD505-2E9C-101B-9397-08002B2CF9AE}" pid="3" name="KSOProductBuildVer">
    <vt:lpwstr>1033-12.1.23155.23155</vt:lpwstr>
  </property>
</Properties>
</file>