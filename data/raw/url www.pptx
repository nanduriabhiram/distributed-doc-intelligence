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viewProps" Target="view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microsoft.com/office/2016/11/relationships/changesInfo" Target="changesInfos/changesInfo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ram Nanduri" userId="2f7414286f18a922" providerId="LiveId" clId="{61C2A58D-F82B-4BE1-96D4-DD701EAC5DB2}"/>
    <pc:docChg chg="modSld">
      <pc:chgData name="Abhiram Nanduri" userId="2f7414286f18a922" providerId="LiveId" clId="{61C2A58D-F82B-4BE1-96D4-DD701EAC5DB2}" dt="2025-11-05T16:28:15.251" v="0" actId="20577"/>
      <pc:docMkLst>
        <pc:docMk/>
      </pc:docMkLst>
      <pc:sldChg chg="modSp mod">
        <pc:chgData name="Abhiram Nanduri" userId="2f7414286f18a922" providerId="LiveId" clId="{61C2A58D-F82B-4BE1-96D4-DD701EAC5DB2}" dt="2025-11-05T16:28:15.251" v="0" actId="20577"/>
        <pc:sldMkLst>
          <pc:docMk/>
          <pc:sldMk cId="0" sldId="275"/>
        </pc:sldMkLst>
        <pc:spChg chg="mod">
          <ac:chgData name="Abhiram Nanduri" userId="2f7414286f18a922" providerId="LiveId" clId="{61C2A58D-F82B-4BE1-96D4-DD701EAC5DB2}" dt="2025-11-05T16:28:15.251" v="0" actId="20577"/>
          <ac:spMkLst>
            <pc:docMk/>
            <pc:sldMk cId="0" sldId="275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g"/><Relationship Id="rId1" Type="http://schemas.openxmlformats.org/officeDocument/2006/relationships/slideLayout" Target="../slideLayouts/slideLayout6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g"/><Relationship Id="rId1" Type="http://schemas.openxmlformats.org/officeDocument/2006/relationships/slideLayout" Target="../slideLayouts/slideLayout6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g"/><Relationship Id="rId1" Type="http://schemas.openxmlformats.org/officeDocument/2006/relationships/slideLayout" Target="../slideLayouts/slideLayout6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g"/><Relationship Id="rId1" Type="http://schemas.openxmlformats.org/officeDocument/2006/relationships/slideLayout" Target="../slideLayouts/slideLayout6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g"/><Relationship Id="rId1" Type="http://schemas.openxmlformats.org/officeDocument/2006/relationships/slideLayout" Target="../slideLayouts/slideLayout6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g"/><Relationship Id="rId1" Type="http://schemas.openxmlformats.org/officeDocument/2006/relationships/slideLayout" Target="../slideLayouts/slideLayout6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  <a:endParaRPr dirty="0"/>
          </a:p>
        </p:txBody>
      </p:sp>
      <p:pic>
        <p:nvPicPr>
          <p:cNvPr id="3" name="Picture 2" descr="temp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8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9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pic>
        <p:nvPicPr>
          <p:cNvPr id="3" name="Picture 2" descr="temp_1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</Words>
  <Application>Microsoft Office PowerPoint</Application>
  <PresentationFormat>On-screen Show (4:3)</PresentationFormat>
  <Paragraphs>1</Paragraphs>
  <Slides>109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Abhiram Nanduri</cp:lastModifiedBy>
  <cp:revision>1</cp:revision>
  <dcterms:created xsi:type="dcterms:W3CDTF">2013-01-27T09:14:16Z</dcterms:created>
  <dcterms:modified xsi:type="dcterms:W3CDTF">2025-11-05T16:28:26Z</dcterms:modified>
  <cp:category/>
</cp:coreProperties>
</file>