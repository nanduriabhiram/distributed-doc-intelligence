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66DB8-C0B9-0184-6812-4D168593E3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34D258-8D8C-B8E4-7920-96A582627B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40451-0A51-9479-1CB0-05F390B8F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3ACFB-9FD1-4201-8E84-04908053DC5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F0DCE-621D-9AD0-E1AA-09D150CF1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D0FAE-126B-2493-4C16-A4CFB6493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92F9D-DD87-4F5E-809F-6AD0806A08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020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04252-A234-DA05-204C-F1D2C4E84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148FF-A7C5-C567-9AD3-2FB212DCB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EF6B7-F620-13A6-5941-D1EAE948E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3ACFB-9FD1-4201-8E84-04908053DC5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FCA46-4759-C648-0984-3FE34CF15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7A2E8-C9ED-E4D9-FF9E-4EECAE2D4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92F9D-DD87-4F5E-809F-6AD0806A08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04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404C9-CF54-5E00-93DF-FF5AD9292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E2D1B-0769-C96F-77B2-D490A7E1C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A60F8-9DE3-C861-1170-3515C1FB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3ACFB-9FD1-4201-8E84-04908053DC5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74931-A2EF-4808-CEFC-CE873D5D1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EB5CB-F484-DAA4-31AA-80ACCEF6C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92F9D-DD87-4F5E-809F-6AD0806A08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696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3A1FF-766B-1F37-FCA1-4744082DA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91E0E-AEEC-3E18-FCF3-CC4E1DC540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22CE7-BB63-DF57-8C8C-538953B35B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A94D0-8691-254D-DF28-9925A20FC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3ACFB-9FD1-4201-8E84-04908053DC5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E637B-A274-6917-FCA4-0100554E6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A33B34-2EC3-76F1-B52B-CB74B4DA0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92F9D-DD87-4F5E-809F-6AD0806A08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080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8FB8D-44EA-63FD-596A-95D020F32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389F3C-3556-5099-1AC3-409C952C5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E78E0-A3DC-92F5-0BF2-218B4EC31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0E92D4-B831-EE79-C132-E2CF75FABC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EE3BE6-AC15-76A9-3B66-BD30BFBC84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7F7DE1-247C-3F6A-30A5-375BEC1E9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3ACFB-9FD1-4201-8E84-04908053DC5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47CE38-A170-AA9A-599C-B2503A7FE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906F66-1F6B-0397-1488-800C11459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92F9D-DD87-4F5E-809F-6AD0806A08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706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82116-2824-C883-8737-E4D0B081D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7AAF10-5AB4-4FA8-4B6C-F7CFD1493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3ACFB-9FD1-4201-8E84-04908053DC5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B09535-EF86-D7AE-53D0-0C90E042F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37AD50-568D-1AD2-E7DD-15BF6707B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92F9D-DD87-4F5E-809F-6AD0806A08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068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9F5025-915B-B2AE-A8C8-FC6E90DA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3ACFB-9FD1-4201-8E84-04908053DC5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388368-6CBC-051D-3F17-7E89A7C26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37470-88FF-EE83-9FB3-C7336EF3F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92F9D-DD87-4F5E-809F-6AD0806A08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126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B4272-3B4D-39DC-3910-3E0633A07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5B488-6ED2-02B7-5434-9D130318C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1A2C41-A825-125D-3496-3A1C9ED75E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A892C1-F88E-6DA3-64B7-C48BA6FCF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3ACFB-9FD1-4201-8E84-04908053DC5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7B962B-7B90-9A1B-12AA-7700ED796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A11E1F-2688-9CAC-E44A-418536F60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92F9D-DD87-4F5E-809F-6AD0806A08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93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DD935-DFD0-EB21-D915-339FCBDFB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193082-61F2-AF0B-02FB-A97FAAE222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0BD2F-5478-179F-8F2A-719DDAA026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611AC0-E64F-F16F-527F-079887ADC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3ACFB-9FD1-4201-8E84-04908053DC5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FE7ACF-5D5B-D49C-94E2-C112FEB7E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88796B-D4FD-588B-EAD0-2880AB8DE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92F9D-DD87-4F5E-809F-6AD0806A08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321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D5E6F-7C87-9CEE-9AA7-50159AADE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8E4B9B-8A21-B20E-7571-C2D010814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F920D-9783-3E11-F985-7C693599F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3ACFB-9FD1-4201-8E84-04908053DC5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EB4BF-681E-B375-7271-ECCFAF1F7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A219A-FF63-16C7-448C-2B234191F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92F9D-DD87-4F5E-809F-6AD0806A08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555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5BA5FF-0987-AE6A-45CC-4C2A817A73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52A46D-462A-3819-BB6A-56496BBA1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B8376-EAAD-FE9E-2F06-F128D113D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3ACFB-9FD1-4201-8E84-04908053DC5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ED04F-2D2A-F1DD-88DE-A145BB325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48317-EF83-10D5-4EA2-B82608E0A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92F9D-DD87-4F5E-809F-6AD0806A08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339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FBA720-43CF-3EC4-486E-8B2C5AF9C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F51341-34D9-3044-7687-4D492C57E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22E27-EB5B-70AC-9CD2-4F0FCE4001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E3ACFB-9FD1-4201-8E84-04908053DC50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DC587-8F66-B7EE-DB6C-D4061689D0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A41F2-8D32-0BD1-C211-5F483B4BED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992F9D-DD87-4F5E-809F-6AD0806A08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858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7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9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7" Type="http://schemas.openxmlformats.org/officeDocument/2006/relationships/image" Target="../media/image12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695865"/>
            <a:ext cx="7772400" cy="2895599"/>
          </a:xfrm>
        </p:spPr>
        <p:txBody>
          <a:bodyPr/>
          <a:lstStyle/>
          <a:p>
            <a:r>
              <a:rPr lang="en-US" dirty="0"/>
              <a:t>PARTIAL DIFFERENTIAL EQUATIONS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ABCD72-7E7A-527E-3357-E7AD83789661}"/>
              </a:ext>
            </a:extLst>
          </p:cNvPr>
          <p:cNvSpPr txBox="1"/>
          <p:nvPr/>
        </p:nvSpPr>
        <p:spPr>
          <a:xfrm>
            <a:off x="3286664" y="4123426"/>
            <a:ext cx="5719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Dr. Anirban Tarafdar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3600" y="304801"/>
            <a:ext cx="784860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Formation of Partial Differential equations</a:t>
            </a:r>
          </a:p>
          <a:p>
            <a:endParaRPr lang="en-US" sz="2800" dirty="0"/>
          </a:p>
          <a:p>
            <a:r>
              <a:rPr lang="en-US" sz="2800" dirty="0"/>
              <a:t>   Partial Differential Equation  can be formed either by elimination of arbitrary constants  or by the elimination of arbitrary functions from a relation involving three or more variables . 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3200" dirty="0"/>
              <a:t>SOLVED PROBLEMS</a:t>
            </a:r>
          </a:p>
          <a:p>
            <a:pPr marL="514350" indent="-514350"/>
            <a:r>
              <a:rPr lang="en-US" sz="2800" dirty="0"/>
              <a:t>1.Eliminate two arbitrary constants a  and b    from</a:t>
            </a:r>
          </a:p>
          <a:p>
            <a:pPr marL="514350" indent="-514350"/>
            <a:r>
              <a:rPr lang="en-US" sz="2800" dirty="0"/>
              <a:t>                                                here R is known constant .</a:t>
            </a:r>
            <a:r>
              <a:rPr lang="en-US" sz="3200" dirty="0"/>
              <a:t> 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2438400" y="4648200"/>
          <a:ext cx="3505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560" imgH="241200" progId="Equation.3">
                  <p:embed/>
                </p:oleObj>
              </mc:Choice>
              <mc:Fallback>
                <p:oleObj name="Equation" r:id="rId2" imgW="1663560" imgH="241200" progId="Equation.3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648200"/>
                        <a:ext cx="35052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3276600" y="1752600"/>
          <a:ext cx="530383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70000" imgH="241200" progId="Equation.3">
                  <p:embed/>
                </p:oleObj>
              </mc:Choice>
              <mc:Fallback>
                <p:oleObj name="Equation" r:id="rId2" imgW="2070000" imgH="241200" progId="Equation.3">
                  <p:embed/>
                  <p:pic>
                    <p:nvPicPr>
                      <p:cNvPr id="20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752600"/>
                        <a:ext cx="5303838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981200" y="1143001"/>
            <a:ext cx="222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667000"/>
            <a:ext cx="800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Differentiating  both sides with respect to x and y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352800" y="3276600"/>
          <a:ext cx="5295900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00200" imgH="1498320" progId="Equation.3">
                  <p:embed/>
                </p:oleObj>
              </mc:Choice>
              <mc:Fallback>
                <p:oleObj name="Equation" r:id="rId4" imgW="1600200" imgH="149832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276600"/>
                        <a:ext cx="5295900" cy="327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209800" y="228602"/>
            <a:ext cx="8229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(OR)    Find  the differential  equation of all spheres</a:t>
            </a:r>
          </a:p>
          <a:p>
            <a:r>
              <a:rPr lang="en-US" sz="2800" dirty="0"/>
              <a:t> of fixed radius having their centers in x y- plane.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8401" y="533401"/>
            <a:ext cx="548566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By substituting all these values in (1)</a:t>
            </a:r>
          </a:p>
          <a:p>
            <a:endParaRPr lang="en-US" sz="2800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2971800" y="1600200"/>
          <a:ext cx="617220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46040" imgH="685800" progId="Equation.3">
                  <p:embed/>
                </p:oleObj>
              </mc:Choice>
              <mc:Fallback>
                <p:oleObj name="Equation" r:id="rId2" imgW="1346040" imgH="685800" progId="Equation.3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600200"/>
                        <a:ext cx="6172200" cy="190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81600" y="3733800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or</a:t>
            </a:r>
          </a:p>
        </p:txBody>
      </p:sp>
      <p:graphicFrame>
        <p:nvGraphicFramePr>
          <p:cNvPr id="16387" name="Object 3"/>
          <p:cNvGraphicFramePr>
            <a:graphicFrameLocks noChangeAspect="1"/>
          </p:cNvGraphicFramePr>
          <p:nvPr/>
        </p:nvGraphicFramePr>
        <p:xfrm>
          <a:off x="2362200" y="4419600"/>
          <a:ext cx="70866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47560" imgH="711000" progId="Equation.3">
                  <p:embed/>
                </p:oleObj>
              </mc:Choice>
              <mc:Fallback>
                <p:oleObj name="Equation" r:id="rId4" imgW="1447560" imgH="711000" progId="Equation.3">
                  <p:embed/>
                  <p:pic>
                    <p:nvPicPr>
                      <p:cNvPr id="1638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419600"/>
                        <a:ext cx="7086600" cy="167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7400" y="228601"/>
            <a:ext cx="8153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2. Find the partial Differential Equation by eliminating</a:t>
            </a:r>
          </a:p>
          <a:p>
            <a:r>
              <a:rPr lang="en-US" sz="2800" dirty="0"/>
              <a:t>    arbitrary functions from</a:t>
            </a:r>
          </a:p>
          <a:p>
            <a:r>
              <a:rPr lang="en-US" sz="2800" dirty="0"/>
              <a:t>                          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6019800" y="609600"/>
          <a:ext cx="2286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000" imgH="228600" progId="Equation.3">
                  <p:embed/>
                </p:oleObj>
              </mc:Choice>
              <mc:Fallback>
                <p:oleObj name="Equation" r:id="rId2" imgW="927000" imgH="228600" progId="Equation.3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609600"/>
                        <a:ext cx="22860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3"/>
          <p:cNvGraphicFramePr>
            <a:graphicFrameLocks noChangeAspect="1"/>
          </p:cNvGraphicFramePr>
          <p:nvPr/>
        </p:nvGraphicFramePr>
        <p:xfrm>
          <a:off x="3276600" y="2286000"/>
          <a:ext cx="5791200" cy="373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15840" imgH="1320480" progId="Equation.3">
                  <p:embed/>
                </p:oleObj>
              </mc:Choice>
              <mc:Fallback>
                <p:oleObj name="Equation" r:id="rId4" imgW="1815840" imgH="1320480" progId="Equation.3">
                  <p:embed/>
                  <p:pic>
                    <p:nvPicPr>
                      <p:cNvPr id="1741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286000"/>
                        <a:ext cx="5791200" cy="3733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133600" y="1447800"/>
            <a:ext cx="16950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SOLUTION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C77D1D-000B-9EA2-2F58-317B65A95464}"/>
              </a:ext>
            </a:extLst>
          </p:cNvPr>
          <p:cNvSpPr/>
          <p:nvPr/>
        </p:nvSpPr>
        <p:spPr>
          <a:xfrm>
            <a:off x="1133061" y="1302026"/>
            <a:ext cx="10088217" cy="50391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3601" y="304800"/>
            <a:ext cx="685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2971800" y="0"/>
          <a:ext cx="6858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00" imgH="419040" progId="Equation.3">
                  <p:embed/>
                </p:oleObj>
              </mc:Choice>
              <mc:Fallback>
                <p:oleObj name="Equation" r:id="rId2" imgW="253800" imgH="419040" progId="Equation.3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0"/>
                        <a:ext cx="685800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2514600" y="1295400"/>
          <a:ext cx="6858000" cy="434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34960" imgH="1320480" progId="Equation.3">
                  <p:embed/>
                </p:oleObj>
              </mc:Choice>
              <mc:Fallback>
                <p:oleObj name="Equation" r:id="rId4" imgW="1434960" imgH="1320480" progId="Equation.3">
                  <p:embed/>
                  <p:pic>
                    <p:nvPicPr>
                      <p:cNvPr id="1843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295400"/>
                        <a:ext cx="6858000" cy="434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28600"/>
            <a:ext cx="7319632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3.Find Partial Differential Equation</a:t>
            </a:r>
          </a:p>
          <a:p>
            <a:r>
              <a:rPr lang="en-US" sz="2800" dirty="0">
                <a:latin typeface="Arial" pitchFamily="34" charset="0"/>
                <a:cs typeface="Arial" pitchFamily="34" charset="0"/>
              </a:rPr>
              <a:t>   by eliminating  two arbitrary functions from </a:t>
            </a:r>
          </a:p>
          <a:p>
            <a:r>
              <a:rPr lang="en-US" dirty="0"/>
              <a:t>     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3630614" y="1371600"/>
          <a:ext cx="46259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17440" imgH="203040" progId="Equation.3">
                  <p:embed/>
                </p:oleObj>
              </mc:Choice>
              <mc:Fallback>
                <p:oleObj name="Equation" r:id="rId2" imgW="1117440" imgH="203040" progId="Equation.3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0614" y="1371600"/>
                        <a:ext cx="4625975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981200" y="2438400"/>
            <a:ext cx="1923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905000" y="3581400"/>
            <a:ext cx="8077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Differentiating  both sides with respect to x and y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429001" y="4191000"/>
          <a:ext cx="5299075" cy="233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63560" imgH="838080" progId="Equation.3">
                  <p:embed/>
                </p:oleObj>
              </mc:Choice>
              <mc:Fallback>
                <p:oleObj name="Equation" r:id="rId4" imgW="1663560" imgH="83808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1" y="4191000"/>
                        <a:ext cx="5299075" cy="233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2895600" y="2819400"/>
          <a:ext cx="620236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98320" imgH="203040" progId="Equation.3">
                  <p:embed/>
                </p:oleObj>
              </mc:Choice>
              <mc:Fallback>
                <p:oleObj name="Equation" r:id="rId6" imgW="1498320" imgH="203040" progId="Equation.3">
                  <p:embed/>
                  <p:pic>
                    <p:nvPicPr>
                      <p:cNvPr id="194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819400"/>
                        <a:ext cx="6202362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101C3AF6-046D-621D-C57E-F4719A4107EC}"/>
              </a:ext>
            </a:extLst>
          </p:cNvPr>
          <p:cNvSpPr/>
          <p:nvPr/>
        </p:nvSpPr>
        <p:spPr>
          <a:xfrm>
            <a:off x="1133061" y="2305878"/>
            <a:ext cx="10088217" cy="40352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5001" y="304800"/>
            <a:ext cx="68484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Again  d . w .r. to  x and yin equation (2)and(3</a:t>
            </a:r>
            <a:r>
              <a:rPr lang="en-US" dirty="0"/>
              <a:t>)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3200401" y="1752601"/>
          <a:ext cx="6321425" cy="262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87240" imgH="901440" progId="Equation.3">
                  <p:embed/>
                </p:oleObj>
              </mc:Choice>
              <mc:Fallback>
                <p:oleObj name="Equation" r:id="rId2" imgW="1587240" imgH="901440" progId="Equation.3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1752601"/>
                        <a:ext cx="6321425" cy="2627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2266951" y="990600"/>
          <a:ext cx="7580313" cy="434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57400" imgH="1371600" progId="Equation.3">
                  <p:embed/>
                </p:oleObj>
              </mc:Choice>
              <mc:Fallback>
                <p:oleObj name="Equation" r:id="rId2" imgW="2057400" imgH="1371600" progId="Equation.3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951" y="990600"/>
                        <a:ext cx="7580313" cy="434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162</Words>
  <Application>Microsoft Office PowerPoint</Application>
  <PresentationFormat>Widescreen</PresentationFormat>
  <Paragraphs>27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Equation</vt:lpstr>
      <vt:lpstr>PARTIAL DIFFERENTIAL EQUATIONS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Anirban Tarfdar</dc:creator>
  <cp:lastModifiedBy>Anirban Tarfdar</cp:lastModifiedBy>
  <cp:revision>4</cp:revision>
  <dcterms:created xsi:type="dcterms:W3CDTF">2025-09-24T00:16:11Z</dcterms:created>
  <dcterms:modified xsi:type="dcterms:W3CDTF">2025-09-29T06:31:08Z</dcterms:modified>
</cp:coreProperties>
</file>